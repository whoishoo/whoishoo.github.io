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10A_0.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4_0.xml" ContentType="application/vnd.ms-powerpoint.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1A_0.xml" ContentType="application/vnd.ms-powerpoint.comment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49"/>
  </p:notesMasterIdLst>
  <p:handoutMasterIdLst>
    <p:handoutMasterId r:id="rId50"/>
  </p:handoutMasterIdLst>
  <p:sldIdLst>
    <p:sldId id="256" r:id="rId5"/>
    <p:sldId id="301" r:id="rId6"/>
    <p:sldId id="303" r:id="rId7"/>
    <p:sldId id="302" r:id="rId8"/>
    <p:sldId id="261" r:id="rId9"/>
    <p:sldId id="262" r:id="rId10"/>
    <p:sldId id="258" r:id="rId11"/>
    <p:sldId id="260" r:id="rId12"/>
    <p:sldId id="263" r:id="rId13"/>
    <p:sldId id="266" r:id="rId14"/>
    <p:sldId id="270" r:id="rId15"/>
    <p:sldId id="265" r:id="rId16"/>
    <p:sldId id="268" r:id="rId17"/>
    <p:sldId id="267" r:id="rId18"/>
    <p:sldId id="274" r:id="rId19"/>
    <p:sldId id="271" r:id="rId20"/>
    <p:sldId id="273" r:id="rId21"/>
    <p:sldId id="272"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Lst>
  <p:sldSz cx="9144000" cy="5143500" type="screen16x9"/>
  <p:notesSz cx="9144000" cy="6858000"/>
  <p:defaultTextStyle>
    <a:defPPr>
      <a:defRPr lang="en-US"/>
    </a:defPPr>
    <a:lvl1pPr algn="l" defTabSz="457200" rtl="0" eaLnBrk="0" fontAlgn="base" hangingPunct="0">
      <a:spcBef>
        <a:spcPct val="0"/>
      </a:spcBef>
      <a:spcAft>
        <a:spcPct val="0"/>
      </a:spcAft>
      <a:defRPr kern="1200">
        <a:solidFill>
          <a:schemeClr val="tx1"/>
        </a:solidFill>
        <a:latin typeface="Rockwell" charset="0"/>
        <a:ea typeface="MS PGothic" charset="0"/>
        <a:cs typeface="MS PGothic" charset="0"/>
      </a:defRPr>
    </a:lvl1pPr>
    <a:lvl2pPr marL="457200" algn="l" defTabSz="457200" rtl="0" eaLnBrk="0" fontAlgn="base" hangingPunct="0">
      <a:spcBef>
        <a:spcPct val="0"/>
      </a:spcBef>
      <a:spcAft>
        <a:spcPct val="0"/>
      </a:spcAft>
      <a:defRPr kern="1200">
        <a:solidFill>
          <a:schemeClr val="tx1"/>
        </a:solidFill>
        <a:latin typeface="Rockwell" charset="0"/>
        <a:ea typeface="MS PGothic" charset="0"/>
        <a:cs typeface="MS PGothic" charset="0"/>
      </a:defRPr>
    </a:lvl2pPr>
    <a:lvl3pPr marL="914400" algn="l" defTabSz="457200" rtl="0" eaLnBrk="0" fontAlgn="base" hangingPunct="0">
      <a:spcBef>
        <a:spcPct val="0"/>
      </a:spcBef>
      <a:spcAft>
        <a:spcPct val="0"/>
      </a:spcAft>
      <a:defRPr kern="1200">
        <a:solidFill>
          <a:schemeClr val="tx1"/>
        </a:solidFill>
        <a:latin typeface="Rockwell" charset="0"/>
        <a:ea typeface="MS PGothic" charset="0"/>
        <a:cs typeface="MS PGothic" charset="0"/>
      </a:defRPr>
    </a:lvl3pPr>
    <a:lvl4pPr marL="1371600" algn="l" defTabSz="457200" rtl="0" eaLnBrk="0" fontAlgn="base" hangingPunct="0">
      <a:spcBef>
        <a:spcPct val="0"/>
      </a:spcBef>
      <a:spcAft>
        <a:spcPct val="0"/>
      </a:spcAft>
      <a:defRPr kern="1200">
        <a:solidFill>
          <a:schemeClr val="tx1"/>
        </a:solidFill>
        <a:latin typeface="Rockwell" charset="0"/>
        <a:ea typeface="MS PGothic" charset="0"/>
        <a:cs typeface="MS PGothic" charset="0"/>
      </a:defRPr>
    </a:lvl4pPr>
    <a:lvl5pPr marL="1828800" algn="l" defTabSz="457200" rtl="0" eaLnBrk="0" fontAlgn="base" hangingPunct="0">
      <a:spcBef>
        <a:spcPct val="0"/>
      </a:spcBef>
      <a:spcAft>
        <a:spcPct val="0"/>
      </a:spcAft>
      <a:defRPr kern="1200">
        <a:solidFill>
          <a:schemeClr val="tx1"/>
        </a:solidFill>
        <a:latin typeface="Rockwell" charset="0"/>
        <a:ea typeface="MS PGothic" charset="0"/>
        <a:cs typeface="MS PGothic" charset="0"/>
      </a:defRPr>
    </a:lvl5pPr>
    <a:lvl6pPr marL="2286000" algn="l" defTabSz="457200" rtl="0" eaLnBrk="1" latinLnBrk="0" hangingPunct="1">
      <a:defRPr kern="1200">
        <a:solidFill>
          <a:schemeClr val="tx1"/>
        </a:solidFill>
        <a:latin typeface="Rockwell" charset="0"/>
        <a:ea typeface="MS PGothic" charset="0"/>
        <a:cs typeface="MS PGothic" charset="0"/>
      </a:defRPr>
    </a:lvl6pPr>
    <a:lvl7pPr marL="2743200" algn="l" defTabSz="457200" rtl="0" eaLnBrk="1" latinLnBrk="0" hangingPunct="1">
      <a:defRPr kern="1200">
        <a:solidFill>
          <a:schemeClr val="tx1"/>
        </a:solidFill>
        <a:latin typeface="Rockwell" charset="0"/>
        <a:ea typeface="MS PGothic" charset="0"/>
        <a:cs typeface="MS PGothic" charset="0"/>
      </a:defRPr>
    </a:lvl7pPr>
    <a:lvl8pPr marL="3200400" algn="l" defTabSz="457200" rtl="0" eaLnBrk="1" latinLnBrk="0" hangingPunct="1">
      <a:defRPr kern="1200">
        <a:solidFill>
          <a:schemeClr val="tx1"/>
        </a:solidFill>
        <a:latin typeface="Rockwell" charset="0"/>
        <a:ea typeface="MS PGothic" charset="0"/>
        <a:cs typeface="MS PGothic" charset="0"/>
      </a:defRPr>
    </a:lvl8pPr>
    <a:lvl9pPr marL="3657600" algn="l" defTabSz="457200" rtl="0" eaLnBrk="1" latinLnBrk="0" hangingPunct="1">
      <a:defRPr kern="1200">
        <a:solidFill>
          <a:schemeClr val="tx1"/>
        </a:solidFill>
        <a:latin typeface="Rockwell" charset="0"/>
        <a:ea typeface="MS PGothic" charset="0"/>
        <a:cs typeface="MS PGothic"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AEE1D-A336-5B5C-A046-6B1975EAAC8D}" name="Yu,Ziwen" initials="Yu" userId="S::ziwen.yu@ufl.edu::687bc0b4-638e-41a5-afb6-26d938471187" providerId="AD"/>
  <p188:author id="{432190D5-D4F6-CACA-D74E-819A238FE3D1}" name="Wu,Songzi" initials="SW" userId="S::wusongzi@ufl.edu::4dd717d4-5f92-4683-a552-2382ca6f97db"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prnWhat="handouts4"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62C"/>
    <a:srgbClr val="FF4A21"/>
    <a:srgbClr val="00529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7849DB-D6A5-4D0F-C3A4-3C95884B8530}" v="4" dt="2026-07-01T02:59:41.910"/>
    <p1510:client id="{C82AA483-A4B7-AB40-BEC3-CE78D743C6E0}" v="4944" dt="2026-06-30T16:16:49.650"/>
    <p1510:client id="{E5799935-BE73-BD40-9004-D7195B86FD07}" v="153" dt="2026-07-01T02:05:59.88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097" autoAdjust="0"/>
  </p:normalViewPr>
  <p:slideViewPr>
    <p:cSldViewPr snapToGrid="0">
      <p:cViewPr varScale="1">
        <p:scale>
          <a:sx n="118" d="100"/>
          <a:sy n="118" d="100"/>
        </p:scale>
        <p:origin x="880" y="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 Younghoo" userId="407aac10-30e5-4498-a9b9-063675a80fd4" providerId="ADAL" clId="{05621D79-C2EA-5A1B-ACEB-D675639ABD86}"/>
    <pc:docChg chg="undo custSel addSld delSld modSld sldOrd">
      <pc:chgData name="Cho, Younghoo" userId="407aac10-30e5-4498-a9b9-063675a80fd4" providerId="ADAL" clId="{05621D79-C2EA-5A1B-ACEB-D675639ABD86}" dt="2026-07-01T02:06:43.662" v="14091" actId="1076"/>
      <pc:docMkLst>
        <pc:docMk/>
      </pc:docMkLst>
      <pc:sldChg chg="addSp delSp mod modNotesTx">
        <pc:chgData name="Cho, Younghoo" userId="407aac10-30e5-4498-a9b9-063675a80fd4" providerId="ADAL" clId="{05621D79-C2EA-5A1B-ACEB-D675639ABD86}" dt="2026-06-30T22:14:16.004" v="6729" actId="22"/>
        <pc:sldMkLst>
          <pc:docMk/>
          <pc:sldMk cId="0" sldId="256"/>
        </pc:sldMkLst>
        <pc:spChg chg="add del">
          <ac:chgData name="Cho, Younghoo" userId="407aac10-30e5-4498-a9b9-063675a80fd4" providerId="ADAL" clId="{05621D79-C2EA-5A1B-ACEB-D675639ABD86}" dt="2026-06-30T22:14:16.004" v="6729" actId="22"/>
          <ac:spMkLst>
            <pc:docMk/>
            <pc:sldMk cId="0" sldId="256"/>
            <ac:spMk id="5" creationId="{B374BFC9-C0EB-0CFB-4BB6-BEC266D5A110}"/>
          </ac:spMkLst>
        </pc:spChg>
      </pc:sldChg>
      <pc:sldChg chg="modSp mod modNotesTx">
        <pc:chgData name="Cho, Younghoo" userId="407aac10-30e5-4498-a9b9-063675a80fd4" providerId="ADAL" clId="{05621D79-C2EA-5A1B-ACEB-D675639ABD86}" dt="2026-06-30T23:59:34.437" v="10554"/>
        <pc:sldMkLst>
          <pc:docMk/>
          <pc:sldMk cId="0" sldId="258"/>
        </pc:sldMkLst>
        <pc:spChg chg="mod">
          <ac:chgData name="Cho, Younghoo" userId="407aac10-30e5-4498-a9b9-063675a80fd4" providerId="ADAL" clId="{05621D79-C2EA-5A1B-ACEB-D675639ABD86}" dt="2026-06-30T14:06:19.944" v="547" actId="20577"/>
          <ac:spMkLst>
            <pc:docMk/>
            <pc:sldMk cId="0" sldId="258"/>
            <ac:spMk id="2" creationId="{00000000-0000-0000-0000-000000000000}"/>
          </ac:spMkLst>
        </pc:spChg>
        <pc:spChg chg="mod">
          <ac:chgData name="Cho, Younghoo" userId="407aac10-30e5-4498-a9b9-063675a80fd4" providerId="ADAL" clId="{05621D79-C2EA-5A1B-ACEB-D675639ABD86}" dt="2026-06-30T23:59:34.437" v="10554"/>
          <ac:spMkLst>
            <pc:docMk/>
            <pc:sldMk cId="0" sldId="258"/>
            <ac:spMk id="3" creationId="{00000000-0000-0000-0000-000000000000}"/>
          </ac:spMkLst>
        </pc:spChg>
        <pc:spChg chg="mod">
          <ac:chgData name="Cho, Younghoo" userId="407aac10-30e5-4498-a9b9-063675a80fd4" providerId="ADAL" clId="{05621D79-C2EA-5A1B-ACEB-D675639ABD86}" dt="2026-06-30T14:23:34.881" v="883" actId="20577"/>
          <ac:spMkLst>
            <pc:docMk/>
            <pc:sldMk cId="0" sldId="258"/>
            <ac:spMk id="5" creationId="{00000000-0000-0000-0000-000000000000}"/>
          </ac:spMkLst>
        </pc:spChg>
        <pc:picChg chg="mod">
          <ac:chgData name="Cho, Younghoo" userId="407aac10-30e5-4498-a9b9-063675a80fd4" providerId="ADAL" clId="{05621D79-C2EA-5A1B-ACEB-D675639ABD86}" dt="2026-06-30T23:44:02.395" v="10036" actId="1076"/>
          <ac:picMkLst>
            <pc:docMk/>
            <pc:sldMk cId="0" sldId="258"/>
            <ac:picMk id="4" creationId="{00000000-0000-0000-0000-000000000000}"/>
          </ac:picMkLst>
        </pc:picChg>
      </pc:sldChg>
      <pc:sldChg chg="delSp modSp mod modNotesTx">
        <pc:chgData name="Cho, Younghoo" userId="407aac10-30e5-4498-a9b9-063675a80fd4" providerId="ADAL" clId="{05621D79-C2EA-5A1B-ACEB-D675639ABD86}" dt="2026-07-01T00:14:09.631" v="11521" actId="20577"/>
        <pc:sldMkLst>
          <pc:docMk/>
          <pc:sldMk cId="0" sldId="260"/>
        </pc:sldMkLst>
        <pc:spChg chg="del mod">
          <ac:chgData name="Cho, Younghoo" userId="407aac10-30e5-4498-a9b9-063675a80fd4" providerId="ADAL" clId="{05621D79-C2EA-5A1B-ACEB-D675639ABD86}" dt="2026-07-01T00:09:16.543" v="11377" actId="478"/>
          <ac:spMkLst>
            <pc:docMk/>
            <pc:sldMk cId="0" sldId="260"/>
            <ac:spMk id="3" creationId="{00000000-0000-0000-0000-000000000000}"/>
          </ac:spMkLst>
        </pc:spChg>
        <pc:spChg chg="mod">
          <ac:chgData name="Cho, Younghoo" userId="407aac10-30e5-4498-a9b9-063675a80fd4" providerId="ADAL" clId="{05621D79-C2EA-5A1B-ACEB-D675639ABD86}" dt="2026-07-01T00:14:09.631" v="11521" actId="20577"/>
          <ac:spMkLst>
            <pc:docMk/>
            <pc:sldMk cId="0" sldId="260"/>
            <ac:spMk id="4" creationId="{00000000-0000-0000-0000-000000000000}"/>
          </ac:spMkLst>
        </pc:spChg>
        <pc:spChg chg="mod">
          <ac:chgData name="Cho, Younghoo" userId="407aac10-30e5-4498-a9b9-063675a80fd4" providerId="ADAL" clId="{05621D79-C2EA-5A1B-ACEB-D675639ABD86}" dt="2026-07-01T00:10:12.255" v="11410" actId="1076"/>
          <ac:spMkLst>
            <pc:docMk/>
            <pc:sldMk cId="0" sldId="260"/>
            <ac:spMk id="5" creationId="{00000000-0000-0000-0000-000000000000}"/>
          </ac:spMkLst>
        </pc:spChg>
      </pc:sldChg>
      <pc:sldChg chg="addSp delSp modSp mod modNotesTx">
        <pc:chgData name="Cho, Younghoo" userId="407aac10-30e5-4498-a9b9-063675a80fd4" providerId="ADAL" clId="{05621D79-C2EA-5A1B-ACEB-D675639ABD86}" dt="2026-06-30T23:41:34.406" v="10034" actId="20577"/>
        <pc:sldMkLst>
          <pc:docMk/>
          <pc:sldMk cId="0" sldId="261"/>
        </pc:sldMkLst>
        <pc:spChg chg="mod">
          <ac:chgData name="Cho, Younghoo" userId="407aac10-30e5-4498-a9b9-063675a80fd4" providerId="ADAL" clId="{05621D79-C2EA-5A1B-ACEB-D675639ABD86}" dt="2026-06-30T14:56:32.258" v="1690" actId="20577"/>
          <ac:spMkLst>
            <pc:docMk/>
            <pc:sldMk cId="0" sldId="261"/>
            <ac:spMk id="2" creationId="{00000000-0000-0000-0000-000000000000}"/>
          </ac:spMkLst>
        </pc:spChg>
        <pc:spChg chg="del mod">
          <ac:chgData name="Cho, Younghoo" userId="407aac10-30e5-4498-a9b9-063675a80fd4" providerId="ADAL" clId="{05621D79-C2EA-5A1B-ACEB-D675639ABD86}" dt="2026-06-30T14:58:29.388" v="1691" actId="478"/>
          <ac:spMkLst>
            <pc:docMk/>
            <pc:sldMk cId="0" sldId="261"/>
            <ac:spMk id="3" creationId="{00000000-0000-0000-0000-000000000000}"/>
          </ac:spMkLst>
        </pc:spChg>
        <pc:spChg chg="add del mod">
          <ac:chgData name="Cho, Younghoo" userId="407aac10-30e5-4498-a9b9-063675a80fd4" providerId="ADAL" clId="{05621D79-C2EA-5A1B-ACEB-D675639ABD86}" dt="2026-06-30T15:00:29.446" v="1694" actId="478"/>
          <ac:spMkLst>
            <pc:docMk/>
            <pc:sldMk cId="0" sldId="261"/>
            <ac:spMk id="5" creationId="{00000000-0000-0000-0000-000000000000}"/>
          </ac:spMkLst>
        </pc:spChg>
        <pc:spChg chg="add del mod">
          <ac:chgData name="Cho, Younghoo" userId="407aac10-30e5-4498-a9b9-063675a80fd4" providerId="ADAL" clId="{05621D79-C2EA-5A1B-ACEB-D675639ABD86}" dt="2026-06-30T15:03:15.610" v="1700" actId="1076"/>
          <ac:spMkLst>
            <pc:docMk/>
            <pc:sldMk cId="0" sldId="261"/>
            <ac:spMk id="6" creationId="{00000000-0000-0000-0000-000000000000}"/>
          </ac:spMkLst>
        </pc:spChg>
        <pc:spChg chg="add del mod">
          <ac:chgData name="Cho, Younghoo" userId="407aac10-30e5-4498-a9b9-063675a80fd4" providerId="ADAL" clId="{05621D79-C2EA-5A1B-ACEB-D675639ABD86}" dt="2026-06-30T15:03:15.610" v="1700" actId="1076"/>
          <ac:spMkLst>
            <pc:docMk/>
            <pc:sldMk cId="0" sldId="261"/>
            <ac:spMk id="7" creationId="{00000000-0000-0000-0000-000000000000}"/>
          </ac:spMkLst>
        </pc:spChg>
        <pc:spChg chg="add del mod">
          <ac:chgData name="Cho, Younghoo" userId="407aac10-30e5-4498-a9b9-063675a80fd4" providerId="ADAL" clId="{05621D79-C2EA-5A1B-ACEB-D675639ABD86}" dt="2026-06-30T15:03:15.610" v="1700" actId="1076"/>
          <ac:spMkLst>
            <pc:docMk/>
            <pc:sldMk cId="0" sldId="261"/>
            <ac:spMk id="9" creationId="{00000000-0000-0000-0000-000000000000}"/>
          </ac:spMkLst>
        </pc:spChg>
        <pc:spChg chg="add del mod">
          <ac:chgData name="Cho, Younghoo" userId="407aac10-30e5-4498-a9b9-063675a80fd4" providerId="ADAL" clId="{05621D79-C2EA-5A1B-ACEB-D675639ABD86}" dt="2026-06-30T15:03:15.610" v="1700" actId="1076"/>
          <ac:spMkLst>
            <pc:docMk/>
            <pc:sldMk cId="0" sldId="261"/>
            <ac:spMk id="11" creationId="{00000000-0000-0000-0000-000000000000}"/>
          </ac:spMkLst>
        </pc:spChg>
        <pc:spChg chg="del">
          <ac:chgData name="Cho, Younghoo" userId="407aac10-30e5-4498-a9b9-063675a80fd4" providerId="ADAL" clId="{05621D79-C2EA-5A1B-ACEB-D675639ABD86}" dt="2026-06-30T13:55:17.805" v="378" actId="478"/>
          <ac:spMkLst>
            <pc:docMk/>
            <pc:sldMk cId="0" sldId="261"/>
            <ac:spMk id="13" creationId="{00000000-0000-0000-0000-000000000000}"/>
          </ac:spMkLst>
        </pc:spChg>
        <pc:spChg chg="add mod">
          <ac:chgData name="Cho, Younghoo" userId="407aac10-30e5-4498-a9b9-063675a80fd4" providerId="ADAL" clId="{05621D79-C2EA-5A1B-ACEB-D675639ABD86}" dt="2026-06-30T23:41:34.406" v="10034" actId="20577"/>
          <ac:spMkLst>
            <pc:docMk/>
            <pc:sldMk cId="0" sldId="261"/>
            <ac:spMk id="14" creationId="{E344AE76-8A1A-EE2D-34C7-FA7D36C8E9CF}"/>
          </ac:spMkLst>
        </pc:spChg>
        <pc:cxnChg chg="add del mod">
          <ac:chgData name="Cho, Younghoo" userId="407aac10-30e5-4498-a9b9-063675a80fd4" providerId="ADAL" clId="{05621D79-C2EA-5A1B-ACEB-D675639ABD86}" dt="2026-06-30T15:03:15.610" v="1700" actId="1076"/>
          <ac:cxnSpMkLst>
            <pc:docMk/>
            <pc:sldMk cId="0" sldId="261"/>
            <ac:cxnSpMk id="8" creationId="{00000000-0000-0000-0000-000000000000}"/>
          </ac:cxnSpMkLst>
        </pc:cxnChg>
        <pc:cxnChg chg="add del mod">
          <ac:chgData name="Cho, Younghoo" userId="407aac10-30e5-4498-a9b9-063675a80fd4" providerId="ADAL" clId="{05621D79-C2EA-5A1B-ACEB-D675639ABD86}" dt="2026-06-30T15:03:15.610" v="1700" actId="1076"/>
          <ac:cxnSpMkLst>
            <pc:docMk/>
            <pc:sldMk cId="0" sldId="261"/>
            <ac:cxnSpMk id="10" creationId="{00000000-0000-0000-0000-000000000000}"/>
          </ac:cxnSpMkLst>
        </pc:cxnChg>
        <pc:cxnChg chg="add del mod">
          <ac:chgData name="Cho, Younghoo" userId="407aac10-30e5-4498-a9b9-063675a80fd4" providerId="ADAL" clId="{05621D79-C2EA-5A1B-ACEB-D675639ABD86}" dt="2026-06-30T15:03:15.610" v="1700" actId="1076"/>
          <ac:cxnSpMkLst>
            <pc:docMk/>
            <pc:sldMk cId="0" sldId="261"/>
            <ac:cxnSpMk id="12" creationId="{00000000-0000-0000-0000-000000000000}"/>
          </ac:cxnSpMkLst>
        </pc:cxnChg>
      </pc:sldChg>
      <pc:sldChg chg="delSp modSp mod modNotesTx">
        <pc:chgData name="Cho, Younghoo" userId="407aac10-30e5-4498-a9b9-063675a80fd4" providerId="ADAL" clId="{05621D79-C2EA-5A1B-ACEB-D675639ABD86}" dt="2026-06-30T23:47:08.790" v="10096" actId="20577"/>
        <pc:sldMkLst>
          <pc:docMk/>
          <pc:sldMk cId="0" sldId="262"/>
        </pc:sldMkLst>
        <pc:spChg chg="mod">
          <ac:chgData name="Cho, Younghoo" userId="407aac10-30e5-4498-a9b9-063675a80fd4" providerId="ADAL" clId="{05621D79-C2EA-5A1B-ACEB-D675639ABD86}" dt="2026-06-30T22:58:56.570" v="7828" actId="20577"/>
          <ac:spMkLst>
            <pc:docMk/>
            <pc:sldMk cId="0" sldId="262"/>
            <ac:spMk id="2" creationId="{00000000-0000-0000-0000-000000000000}"/>
          </ac:spMkLst>
        </pc:spChg>
        <pc:spChg chg="del mod">
          <ac:chgData name="Cho, Younghoo" userId="407aac10-30e5-4498-a9b9-063675a80fd4" providerId="ADAL" clId="{05621D79-C2EA-5A1B-ACEB-D675639ABD86}" dt="2026-06-30T15:24:02.845" v="2311" actId="478"/>
          <ac:spMkLst>
            <pc:docMk/>
            <pc:sldMk cId="0" sldId="262"/>
            <ac:spMk id="3" creationId="{00000000-0000-0000-0000-000000000000}"/>
          </ac:spMkLst>
        </pc:spChg>
        <pc:spChg chg="del mod">
          <ac:chgData name="Cho, Younghoo" userId="407aac10-30e5-4498-a9b9-063675a80fd4" providerId="ADAL" clId="{05621D79-C2EA-5A1B-ACEB-D675639ABD86}" dt="2026-06-30T15:08:17.709" v="1709" actId="478"/>
          <ac:spMkLst>
            <pc:docMk/>
            <pc:sldMk cId="0" sldId="262"/>
            <ac:spMk id="5" creationId="{00000000-0000-0000-0000-000000000000}"/>
          </ac:spMkLst>
        </pc:spChg>
        <pc:spChg chg="mod">
          <ac:chgData name="Cho, Younghoo" userId="407aac10-30e5-4498-a9b9-063675a80fd4" providerId="ADAL" clId="{05621D79-C2EA-5A1B-ACEB-D675639ABD86}" dt="2026-06-30T23:47:08.790" v="10096" actId="20577"/>
          <ac:spMkLst>
            <pc:docMk/>
            <pc:sldMk cId="0" sldId="262"/>
            <ac:spMk id="990" creationId="{00000000-0000-0000-0000-000000000000}"/>
          </ac:spMkLst>
        </pc:spChg>
        <pc:graphicFrameChg chg="mod modGraphic">
          <ac:chgData name="Cho, Younghoo" userId="407aac10-30e5-4498-a9b9-063675a80fd4" providerId="ADAL" clId="{05621D79-C2EA-5A1B-ACEB-D675639ABD86}" dt="2026-06-30T15:13:19.457" v="1920" actId="1076"/>
          <ac:graphicFrameMkLst>
            <pc:docMk/>
            <pc:sldMk cId="0" sldId="262"/>
            <ac:graphicFrameMk id="6" creationId="{00000000-0000-0000-0000-000000000000}"/>
          </ac:graphicFrameMkLst>
        </pc:graphicFrameChg>
      </pc:sldChg>
      <pc:sldChg chg="modSp mod modNotesTx">
        <pc:chgData name="Cho, Younghoo" userId="407aac10-30e5-4498-a9b9-063675a80fd4" providerId="ADAL" clId="{05621D79-C2EA-5A1B-ACEB-D675639ABD86}" dt="2026-07-01T00:39:42.159" v="12169" actId="12"/>
        <pc:sldMkLst>
          <pc:docMk/>
          <pc:sldMk cId="0" sldId="263"/>
        </pc:sldMkLst>
        <pc:spChg chg="mod">
          <ac:chgData name="Cho, Younghoo" userId="407aac10-30e5-4498-a9b9-063675a80fd4" providerId="ADAL" clId="{05621D79-C2EA-5A1B-ACEB-D675639ABD86}" dt="2026-06-30T23:35:26.591" v="9962" actId="20577"/>
          <ac:spMkLst>
            <pc:docMk/>
            <pc:sldMk cId="0" sldId="263"/>
            <ac:spMk id="2" creationId="{00000000-0000-0000-0000-000000000000}"/>
          </ac:spMkLst>
        </pc:spChg>
        <pc:spChg chg="mod">
          <ac:chgData name="Cho, Younghoo" userId="407aac10-30e5-4498-a9b9-063675a80fd4" providerId="ADAL" clId="{05621D79-C2EA-5A1B-ACEB-D675639ABD86}" dt="2026-07-01T00:39:42.159" v="12169" actId="12"/>
          <ac:spMkLst>
            <pc:docMk/>
            <pc:sldMk cId="0" sldId="263"/>
            <ac:spMk id="3" creationId="{00000000-0000-0000-0000-000000000000}"/>
          </ac:spMkLst>
        </pc:spChg>
        <pc:spChg chg="mod">
          <ac:chgData name="Cho, Younghoo" userId="407aac10-30e5-4498-a9b9-063675a80fd4" providerId="ADAL" clId="{05621D79-C2EA-5A1B-ACEB-D675639ABD86}" dt="2026-06-30T14:32:14.050" v="1197" actId="5793"/>
          <ac:spMkLst>
            <pc:docMk/>
            <pc:sldMk cId="0" sldId="263"/>
            <ac:spMk id="8" creationId="{00000000-0000-0000-0000-000000000000}"/>
          </ac:spMkLst>
        </pc:spChg>
      </pc:sldChg>
      <pc:sldChg chg="modSp mod modNotesTx">
        <pc:chgData name="Cho, Younghoo" userId="407aac10-30e5-4498-a9b9-063675a80fd4" providerId="ADAL" clId="{05621D79-C2EA-5A1B-ACEB-D675639ABD86}" dt="2026-07-01T01:04:49.077" v="13541" actId="20577"/>
        <pc:sldMkLst>
          <pc:docMk/>
          <pc:sldMk cId="0" sldId="265"/>
        </pc:sldMkLst>
        <pc:spChg chg="mod">
          <ac:chgData name="Cho, Younghoo" userId="407aac10-30e5-4498-a9b9-063675a80fd4" providerId="ADAL" clId="{05621D79-C2EA-5A1B-ACEB-D675639ABD86}" dt="2026-06-30T15:41:43.502" v="3354" actId="20577"/>
          <ac:spMkLst>
            <pc:docMk/>
            <pc:sldMk cId="0" sldId="265"/>
            <ac:spMk id="6" creationId="{00000000-0000-0000-0000-000000000000}"/>
          </ac:spMkLst>
        </pc:spChg>
        <pc:spChg chg="mod">
          <ac:chgData name="Cho, Younghoo" userId="407aac10-30e5-4498-a9b9-063675a80fd4" providerId="ADAL" clId="{05621D79-C2EA-5A1B-ACEB-D675639ABD86}" dt="2026-06-30T15:37:57.261" v="2839" actId="20577"/>
          <ac:spMkLst>
            <pc:docMk/>
            <pc:sldMk cId="0" sldId="265"/>
            <ac:spMk id="7" creationId="{00000000-0000-0000-0000-000000000000}"/>
          </ac:spMkLst>
        </pc:spChg>
        <pc:spChg chg="mod">
          <ac:chgData name="Cho, Younghoo" userId="407aac10-30e5-4498-a9b9-063675a80fd4" providerId="ADAL" clId="{05621D79-C2EA-5A1B-ACEB-D675639ABD86}" dt="2026-06-30T15:39:58.992" v="3126" actId="313"/>
          <ac:spMkLst>
            <pc:docMk/>
            <pc:sldMk cId="0" sldId="265"/>
            <ac:spMk id="8" creationId="{00000000-0000-0000-0000-000000000000}"/>
          </ac:spMkLst>
        </pc:spChg>
        <pc:spChg chg="mod">
          <ac:chgData name="Cho, Younghoo" userId="407aac10-30e5-4498-a9b9-063675a80fd4" providerId="ADAL" clId="{05621D79-C2EA-5A1B-ACEB-D675639ABD86}" dt="2026-06-30T15:41:40.222" v="3352" actId="20577"/>
          <ac:spMkLst>
            <pc:docMk/>
            <pc:sldMk cId="0" sldId="265"/>
            <ac:spMk id="9" creationId="{00000000-0000-0000-0000-000000000000}"/>
          </ac:spMkLst>
        </pc:spChg>
        <pc:spChg chg="mod">
          <ac:chgData name="Cho, Younghoo" userId="407aac10-30e5-4498-a9b9-063675a80fd4" providerId="ADAL" clId="{05621D79-C2EA-5A1B-ACEB-D675639ABD86}" dt="2026-06-30T15:38:37.576" v="2935" actId="313"/>
          <ac:spMkLst>
            <pc:docMk/>
            <pc:sldMk cId="0" sldId="265"/>
            <ac:spMk id="12" creationId="{00000000-0000-0000-0000-000000000000}"/>
          </ac:spMkLst>
        </pc:spChg>
        <pc:spChg chg="mod">
          <ac:chgData name="Cho, Younghoo" userId="407aac10-30e5-4498-a9b9-063675a80fd4" providerId="ADAL" clId="{05621D79-C2EA-5A1B-ACEB-D675639ABD86}" dt="2026-06-30T15:40:42.945" v="3237" actId="33524"/>
          <ac:spMkLst>
            <pc:docMk/>
            <pc:sldMk cId="0" sldId="265"/>
            <ac:spMk id="13" creationId="{00000000-0000-0000-0000-000000000000}"/>
          </ac:spMkLst>
        </pc:spChg>
        <pc:spChg chg="mod">
          <ac:chgData name="Cho, Younghoo" userId="407aac10-30e5-4498-a9b9-063675a80fd4" providerId="ADAL" clId="{05621D79-C2EA-5A1B-ACEB-D675639ABD86}" dt="2026-06-30T15:41:44.862" v="3355" actId="20577"/>
          <ac:spMkLst>
            <pc:docMk/>
            <pc:sldMk cId="0" sldId="265"/>
            <ac:spMk id="14" creationId="{00000000-0000-0000-0000-000000000000}"/>
          </ac:spMkLst>
        </pc:spChg>
        <pc:spChg chg="mod">
          <ac:chgData name="Cho, Younghoo" userId="407aac10-30e5-4498-a9b9-063675a80fd4" providerId="ADAL" clId="{05621D79-C2EA-5A1B-ACEB-D675639ABD86}" dt="2026-06-30T15:39:05.230" v="2980" actId="20577"/>
          <ac:spMkLst>
            <pc:docMk/>
            <pc:sldMk cId="0" sldId="265"/>
            <ac:spMk id="17" creationId="{00000000-0000-0000-0000-000000000000}"/>
          </ac:spMkLst>
        </pc:spChg>
        <pc:spChg chg="mod">
          <ac:chgData name="Cho, Younghoo" userId="407aac10-30e5-4498-a9b9-063675a80fd4" providerId="ADAL" clId="{05621D79-C2EA-5A1B-ACEB-D675639ABD86}" dt="2026-06-30T15:41:22.437" v="3351" actId="313"/>
          <ac:spMkLst>
            <pc:docMk/>
            <pc:sldMk cId="0" sldId="265"/>
            <ac:spMk id="18" creationId="{00000000-0000-0000-0000-000000000000}"/>
          </ac:spMkLst>
        </pc:spChg>
        <pc:spChg chg="mod">
          <ac:chgData name="Cho, Younghoo" userId="407aac10-30e5-4498-a9b9-063675a80fd4" providerId="ADAL" clId="{05621D79-C2EA-5A1B-ACEB-D675639ABD86}" dt="2026-06-30T15:41:47.149" v="3356" actId="20577"/>
          <ac:spMkLst>
            <pc:docMk/>
            <pc:sldMk cId="0" sldId="265"/>
            <ac:spMk id="19" creationId="{00000000-0000-0000-0000-000000000000}"/>
          </ac:spMkLst>
        </pc:spChg>
      </pc:sldChg>
      <pc:sldChg chg="modSp mod modNotesTx">
        <pc:chgData name="Cho, Younghoo" userId="407aac10-30e5-4498-a9b9-063675a80fd4" providerId="ADAL" clId="{05621D79-C2EA-5A1B-ACEB-D675639ABD86}" dt="2026-07-01T00:46:05.957" v="12374" actId="20577"/>
        <pc:sldMkLst>
          <pc:docMk/>
          <pc:sldMk cId="0" sldId="266"/>
        </pc:sldMkLst>
        <pc:spChg chg="mod">
          <ac:chgData name="Cho, Younghoo" userId="407aac10-30e5-4498-a9b9-063675a80fd4" providerId="ADAL" clId="{05621D79-C2EA-5A1B-ACEB-D675639ABD86}" dt="2026-07-01T00:45:42.787" v="12318" actId="20577"/>
          <ac:spMkLst>
            <pc:docMk/>
            <pc:sldMk cId="0" sldId="266"/>
            <ac:spMk id="3" creationId="{00000000-0000-0000-0000-000000000000}"/>
          </ac:spMkLst>
        </pc:spChg>
        <pc:graphicFrameChg chg="mod modGraphic">
          <ac:chgData name="Cho, Younghoo" userId="407aac10-30e5-4498-a9b9-063675a80fd4" providerId="ADAL" clId="{05621D79-C2EA-5A1B-ACEB-D675639ABD86}" dt="2026-06-30T14:40:28.795" v="1519" actId="1076"/>
          <ac:graphicFrameMkLst>
            <pc:docMk/>
            <pc:sldMk cId="0" sldId="266"/>
            <ac:graphicFrameMk id="4" creationId="{00000000-0000-0000-0000-000000000000}"/>
          </ac:graphicFrameMkLst>
        </pc:graphicFrameChg>
      </pc:sldChg>
      <pc:sldChg chg="delSp modSp mod modNotesTx">
        <pc:chgData name="Cho, Younghoo" userId="407aac10-30e5-4498-a9b9-063675a80fd4" providerId="ADAL" clId="{05621D79-C2EA-5A1B-ACEB-D675639ABD86}" dt="2026-07-01T01:22:48.697" v="13754" actId="20577"/>
        <pc:sldMkLst>
          <pc:docMk/>
          <pc:sldMk cId="0" sldId="267"/>
        </pc:sldMkLst>
        <pc:spChg chg="del">
          <ac:chgData name="Cho, Younghoo" userId="407aac10-30e5-4498-a9b9-063675a80fd4" providerId="ADAL" clId="{05621D79-C2EA-5A1B-ACEB-D675639ABD86}" dt="2026-06-30T14:42:59.875" v="1684" actId="478"/>
          <ac:spMkLst>
            <pc:docMk/>
            <pc:sldMk cId="0" sldId="267"/>
            <ac:spMk id="3" creationId="{00000000-0000-0000-0000-000000000000}"/>
          </ac:spMkLst>
        </pc:spChg>
        <pc:spChg chg="mod">
          <ac:chgData name="Cho, Younghoo" userId="407aac10-30e5-4498-a9b9-063675a80fd4" providerId="ADAL" clId="{05621D79-C2EA-5A1B-ACEB-D675639ABD86}" dt="2026-06-30T15:15:30.428" v="1993" actId="20577"/>
          <ac:spMkLst>
            <pc:docMk/>
            <pc:sldMk cId="0" sldId="267"/>
            <ac:spMk id="4" creationId="{00000000-0000-0000-0000-000000000000}"/>
          </ac:spMkLst>
        </pc:spChg>
      </pc:sldChg>
      <pc:sldChg chg="addSp delSp modSp mod modNotesTx">
        <pc:chgData name="Cho, Younghoo" userId="407aac10-30e5-4498-a9b9-063675a80fd4" providerId="ADAL" clId="{05621D79-C2EA-5A1B-ACEB-D675639ABD86}" dt="2026-07-01T01:19:32.415" v="13729" actId="20577"/>
        <pc:sldMkLst>
          <pc:docMk/>
          <pc:sldMk cId="0" sldId="268"/>
        </pc:sldMkLst>
        <pc:spChg chg="mod">
          <ac:chgData name="Cho, Younghoo" userId="407aac10-30e5-4498-a9b9-063675a80fd4" providerId="ADAL" clId="{05621D79-C2EA-5A1B-ACEB-D675639ABD86}" dt="2026-07-01T01:17:43.773" v="13712" actId="20577"/>
          <ac:spMkLst>
            <pc:docMk/>
            <pc:sldMk cId="0" sldId="268"/>
            <ac:spMk id="3" creationId="{00000000-0000-0000-0000-000000000000}"/>
          </ac:spMkLst>
        </pc:spChg>
        <pc:spChg chg="add del mod">
          <ac:chgData name="Cho, Younghoo" userId="407aac10-30e5-4498-a9b9-063675a80fd4" providerId="ADAL" clId="{05621D79-C2EA-5A1B-ACEB-D675639ABD86}" dt="2026-07-01T01:19:32.415" v="13729" actId="20577"/>
          <ac:spMkLst>
            <pc:docMk/>
            <pc:sldMk cId="0" sldId="268"/>
            <ac:spMk id="4" creationId="{00000000-0000-0000-0000-000000000000}"/>
          </ac:spMkLst>
        </pc:spChg>
      </pc:sldChg>
      <pc:sldChg chg="delSp modSp mod ord modNotesTx">
        <pc:chgData name="Cho, Younghoo" userId="407aac10-30e5-4498-a9b9-063675a80fd4" providerId="ADAL" clId="{05621D79-C2EA-5A1B-ACEB-D675639ABD86}" dt="2026-07-01T01:03:35.495" v="13489" actId="20577"/>
        <pc:sldMkLst>
          <pc:docMk/>
          <pc:sldMk cId="0" sldId="270"/>
        </pc:sldMkLst>
        <pc:spChg chg="mod">
          <ac:chgData name="Cho, Younghoo" userId="407aac10-30e5-4498-a9b9-063675a80fd4" providerId="ADAL" clId="{05621D79-C2EA-5A1B-ACEB-D675639ABD86}" dt="2026-06-30T15:31:35.658" v="2550" actId="20577"/>
          <ac:spMkLst>
            <pc:docMk/>
            <pc:sldMk cId="0" sldId="270"/>
            <ac:spMk id="2" creationId="{00000000-0000-0000-0000-000000000000}"/>
          </ac:spMkLst>
        </pc:spChg>
        <pc:spChg chg="mod">
          <ac:chgData name="Cho, Younghoo" userId="407aac10-30e5-4498-a9b9-063675a80fd4" providerId="ADAL" clId="{05621D79-C2EA-5A1B-ACEB-D675639ABD86}" dt="2026-07-01T01:00:49.561" v="13470"/>
          <ac:spMkLst>
            <pc:docMk/>
            <pc:sldMk cId="0" sldId="270"/>
            <ac:spMk id="10" creationId="{00000000-0000-0000-0000-000000000000}"/>
          </ac:spMkLst>
        </pc:spChg>
        <pc:spChg chg="mod">
          <ac:chgData name="Cho, Younghoo" userId="407aac10-30e5-4498-a9b9-063675a80fd4" providerId="ADAL" clId="{05621D79-C2EA-5A1B-ACEB-D675639ABD86}" dt="2026-07-01T01:03:35.495" v="13489" actId="20577"/>
          <ac:spMkLst>
            <pc:docMk/>
            <pc:sldMk cId="0" sldId="270"/>
            <ac:spMk id="11" creationId="{00000000-0000-0000-0000-000000000000}"/>
          </ac:spMkLst>
        </pc:spChg>
        <pc:spChg chg="del">
          <ac:chgData name="Cho, Younghoo" userId="407aac10-30e5-4498-a9b9-063675a80fd4" providerId="ADAL" clId="{05621D79-C2EA-5A1B-ACEB-D675639ABD86}" dt="2026-07-01T01:01:01.116" v="13472" actId="478"/>
          <ac:spMkLst>
            <pc:docMk/>
            <pc:sldMk cId="0" sldId="270"/>
            <ac:spMk id="12" creationId="{00000000-0000-0000-0000-000000000000}"/>
          </ac:spMkLst>
        </pc:spChg>
      </pc:sldChg>
      <pc:sldChg chg="modSp mod">
        <pc:chgData name="Cho, Younghoo" userId="407aac10-30e5-4498-a9b9-063675a80fd4" providerId="ADAL" clId="{05621D79-C2EA-5A1B-ACEB-D675639ABD86}" dt="2026-07-01T01:26:05.250" v="13780" actId="20577"/>
        <pc:sldMkLst>
          <pc:docMk/>
          <pc:sldMk cId="0" sldId="271"/>
        </pc:sldMkLst>
        <pc:spChg chg="mod">
          <ac:chgData name="Cho, Younghoo" userId="407aac10-30e5-4498-a9b9-063675a80fd4" providerId="ADAL" clId="{05621D79-C2EA-5A1B-ACEB-D675639ABD86}" dt="2026-07-01T01:26:05.250" v="13780" actId="20577"/>
          <ac:spMkLst>
            <pc:docMk/>
            <pc:sldMk cId="0" sldId="271"/>
            <ac:spMk id="4" creationId="{00000000-0000-0000-0000-000000000000}"/>
          </ac:spMkLst>
        </pc:spChg>
      </pc:sldChg>
      <pc:sldChg chg="delSp modSp mod">
        <pc:chgData name="Cho, Younghoo" userId="407aac10-30e5-4498-a9b9-063675a80fd4" providerId="ADAL" clId="{05621D79-C2EA-5A1B-ACEB-D675639ABD86}" dt="2026-06-30T21:48:39.858" v="5734" actId="255"/>
        <pc:sldMkLst>
          <pc:docMk/>
          <pc:sldMk cId="0" sldId="272"/>
        </pc:sldMkLst>
        <pc:spChg chg="mod">
          <ac:chgData name="Cho, Younghoo" userId="407aac10-30e5-4498-a9b9-063675a80fd4" providerId="ADAL" clId="{05621D79-C2EA-5A1B-ACEB-D675639ABD86}" dt="2026-06-30T21:48:39.858" v="5734" actId="255"/>
          <ac:spMkLst>
            <pc:docMk/>
            <pc:sldMk cId="0" sldId="272"/>
            <ac:spMk id="3" creationId="{00000000-0000-0000-0000-000000000000}"/>
          </ac:spMkLst>
        </pc:spChg>
        <pc:spChg chg="del">
          <ac:chgData name="Cho, Younghoo" userId="407aac10-30e5-4498-a9b9-063675a80fd4" providerId="ADAL" clId="{05621D79-C2EA-5A1B-ACEB-D675639ABD86}" dt="2026-06-30T15:46:29.877" v="3644" actId="478"/>
          <ac:spMkLst>
            <pc:docMk/>
            <pc:sldMk cId="0" sldId="272"/>
            <ac:spMk id="11" creationId="{00000000-0000-0000-0000-000000000000}"/>
          </ac:spMkLst>
        </pc:spChg>
      </pc:sldChg>
      <pc:sldChg chg="ord modNotesTx">
        <pc:chgData name="Cho, Younghoo" userId="407aac10-30e5-4498-a9b9-063675a80fd4" providerId="ADAL" clId="{05621D79-C2EA-5A1B-ACEB-D675639ABD86}" dt="2026-07-01T01:29:23.002" v="13859" actId="20577"/>
        <pc:sldMkLst>
          <pc:docMk/>
          <pc:sldMk cId="0" sldId="273"/>
        </pc:sldMkLst>
      </pc:sldChg>
      <pc:sldChg chg="modSp mod ord">
        <pc:chgData name="Cho, Younghoo" userId="407aac10-30e5-4498-a9b9-063675a80fd4" providerId="ADAL" clId="{05621D79-C2EA-5A1B-ACEB-D675639ABD86}" dt="2026-06-30T15:42:53.048" v="3439" actId="313"/>
        <pc:sldMkLst>
          <pc:docMk/>
          <pc:sldMk cId="0" sldId="274"/>
        </pc:sldMkLst>
        <pc:spChg chg="mod">
          <ac:chgData name="Cho, Younghoo" userId="407aac10-30e5-4498-a9b9-063675a80fd4" providerId="ADAL" clId="{05621D79-C2EA-5A1B-ACEB-D675639ABD86}" dt="2026-06-30T15:42:26.280" v="3366" actId="20577"/>
          <ac:spMkLst>
            <pc:docMk/>
            <pc:sldMk cId="0" sldId="274"/>
            <ac:spMk id="2" creationId="{00000000-0000-0000-0000-000000000000}"/>
          </ac:spMkLst>
        </pc:spChg>
        <pc:spChg chg="mod">
          <ac:chgData name="Cho, Younghoo" userId="407aac10-30e5-4498-a9b9-063675a80fd4" providerId="ADAL" clId="{05621D79-C2EA-5A1B-ACEB-D675639ABD86}" dt="2026-06-30T15:42:53.048" v="3439" actId="313"/>
          <ac:spMkLst>
            <pc:docMk/>
            <pc:sldMk cId="0" sldId="274"/>
            <ac:spMk id="3" creationId="{00000000-0000-0000-0000-000000000000}"/>
          </ac:spMkLst>
        </pc:spChg>
      </pc:sldChg>
      <pc:sldChg chg="delSp modSp mod">
        <pc:chgData name="Cho, Younghoo" userId="407aac10-30e5-4498-a9b9-063675a80fd4" providerId="ADAL" clId="{05621D79-C2EA-5A1B-ACEB-D675639ABD86}" dt="2026-07-01T01:35:50.676" v="13871" actId="20577"/>
        <pc:sldMkLst>
          <pc:docMk/>
          <pc:sldMk cId="0" sldId="275"/>
        </pc:sldMkLst>
        <pc:spChg chg="mod">
          <ac:chgData name="Cho, Younghoo" userId="407aac10-30e5-4498-a9b9-063675a80fd4" providerId="ADAL" clId="{05621D79-C2EA-5A1B-ACEB-D675639ABD86}" dt="2026-06-30T15:48:03.868" v="3799"/>
          <ac:spMkLst>
            <pc:docMk/>
            <pc:sldMk cId="0" sldId="275"/>
            <ac:spMk id="2" creationId="{00000000-0000-0000-0000-000000000000}"/>
          </ac:spMkLst>
        </pc:spChg>
        <pc:spChg chg="mod">
          <ac:chgData name="Cho, Younghoo" userId="407aac10-30e5-4498-a9b9-063675a80fd4" providerId="ADAL" clId="{05621D79-C2EA-5A1B-ACEB-D675639ABD86}" dt="2026-07-01T01:35:50.676" v="13871" actId="20577"/>
          <ac:spMkLst>
            <pc:docMk/>
            <pc:sldMk cId="0" sldId="275"/>
            <ac:spMk id="3" creationId="{00000000-0000-0000-0000-000000000000}"/>
          </ac:spMkLst>
        </pc:spChg>
        <pc:spChg chg="del">
          <ac:chgData name="Cho, Younghoo" userId="407aac10-30e5-4498-a9b9-063675a80fd4" providerId="ADAL" clId="{05621D79-C2EA-5A1B-ACEB-D675639ABD86}" dt="2026-06-30T15:47:13.715" v="3723" actId="478"/>
          <ac:spMkLst>
            <pc:docMk/>
            <pc:sldMk cId="0" sldId="275"/>
            <ac:spMk id="11" creationId="{00000000-0000-0000-0000-000000000000}"/>
          </ac:spMkLst>
        </pc:spChg>
        <pc:spChg chg="mod">
          <ac:chgData name="Cho, Younghoo" userId="407aac10-30e5-4498-a9b9-063675a80fd4" providerId="ADAL" clId="{05621D79-C2EA-5A1B-ACEB-D675639ABD86}" dt="2026-06-30T21:48:52.392" v="5735" actId="1076"/>
          <ac:spMkLst>
            <pc:docMk/>
            <pc:sldMk cId="0" sldId="275"/>
            <ac:spMk id="13" creationId="{00000000-0000-0000-0000-000000000000}"/>
          </ac:spMkLst>
        </pc:spChg>
        <pc:spChg chg="mod">
          <ac:chgData name="Cho, Younghoo" userId="407aac10-30e5-4498-a9b9-063675a80fd4" providerId="ADAL" clId="{05621D79-C2EA-5A1B-ACEB-D675639ABD86}" dt="2026-06-30T21:48:52.392" v="5735" actId="1076"/>
          <ac:spMkLst>
            <pc:docMk/>
            <pc:sldMk cId="0" sldId="275"/>
            <ac:spMk id="15" creationId="{00000000-0000-0000-0000-000000000000}"/>
          </ac:spMkLst>
        </pc:spChg>
        <pc:spChg chg="mod">
          <ac:chgData name="Cho, Younghoo" userId="407aac10-30e5-4498-a9b9-063675a80fd4" providerId="ADAL" clId="{05621D79-C2EA-5A1B-ACEB-D675639ABD86}" dt="2026-06-30T21:48:52.392" v="5735" actId="1076"/>
          <ac:spMkLst>
            <pc:docMk/>
            <pc:sldMk cId="0" sldId="275"/>
            <ac:spMk id="17" creationId="{00000000-0000-0000-0000-000000000000}"/>
          </ac:spMkLst>
        </pc:spChg>
        <pc:spChg chg="mod">
          <ac:chgData name="Cho, Younghoo" userId="407aac10-30e5-4498-a9b9-063675a80fd4" providerId="ADAL" clId="{05621D79-C2EA-5A1B-ACEB-D675639ABD86}" dt="2026-06-30T21:48:52.392" v="5735" actId="1076"/>
          <ac:spMkLst>
            <pc:docMk/>
            <pc:sldMk cId="0" sldId="275"/>
            <ac:spMk id="19" creationId="{00000000-0000-0000-0000-000000000000}"/>
          </ac:spMkLst>
        </pc:spChg>
        <pc:picChg chg="mod">
          <ac:chgData name="Cho, Younghoo" userId="407aac10-30e5-4498-a9b9-063675a80fd4" providerId="ADAL" clId="{05621D79-C2EA-5A1B-ACEB-D675639ABD86}" dt="2026-06-30T21:48:52.392" v="5735" actId="1076"/>
          <ac:picMkLst>
            <pc:docMk/>
            <pc:sldMk cId="0" sldId="275"/>
            <ac:picMk id="12" creationId="{00000000-0000-0000-0000-000000000000}"/>
          </ac:picMkLst>
        </pc:picChg>
        <pc:picChg chg="mod">
          <ac:chgData name="Cho, Younghoo" userId="407aac10-30e5-4498-a9b9-063675a80fd4" providerId="ADAL" clId="{05621D79-C2EA-5A1B-ACEB-D675639ABD86}" dt="2026-06-30T21:48:52.392" v="5735" actId="1076"/>
          <ac:picMkLst>
            <pc:docMk/>
            <pc:sldMk cId="0" sldId="275"/>
            <ac:picMk id="14" creationId="{00000000-0000-0000-0000-000000000000}"/>
          </ac:picMkLst>
        </pc:picChg>
        <pc:picChg chg="mod">
          <ac:chgData name="Cho, Younghoo" userId="407aac10-30e5-4498-a9b9-063675a80fd4" providerId="ADAL" clId="{05621D79-C2EA-5A1B-ACEB-D675639ABD86}" dt="2026-06-30T21:48:52.392" v="5735" actId="1076"/>
          <ac:picMkLst>
            <pc:docMk/>
            <pc:sldMk cId="0" sldId="275"/>
            <ac:picMk id="16" creationId="{00000000-0000-0000-0000-000000000000}"/>
          </ac:picMkLst>
        </pc:picChg>
        <pc:picChg chg="mod">
          <ac:chgData name="Cho, Younghoo" userId="407aac10-30e5-4498-a9b9-063675a80fd4" providerId="ADAL" clId="{05621D79-C2EA-5A1B-ACEB-D675639ABD86}" dt="2026-06-30T21:48:52.392" v="5735" actId="1076"/>
          <ac:picMkLst>
            <pc:docMk/>
            <pc:sldMk cId="0" sldId="275"/>
            <ac:picMk id="18" creationId="{00000000-0000-0000-0000-000000000000}"/>
          </ac:picMkLst>
        </pc:picChg>
      </pc:sldChg>
      <pc:sldChg chg="modSp mod modNotesTx">
        <pc:chgData name="Cho, Younghoo" userId="407aac10-30e5-4498-a9b9-063675a80fd4" providerId="ADAL" clId="{05621D79-C2EA-5A1B-ACEB-D675639ABD86}" dt="2026-07-01T01:38:34.783" v="13906" actId="20577"/>
        <pc:sldMkLst>
          <pc:docMk/>
          <pc:sldMk cId="0" sldId="276"/>
        </pc:sldMkLst>
        <pc:spChg chg="mod">
          <ac:chgData name="Cho, Younghoo" userId="407aac10-30e5-4498-a9b9-063675a80fd4" providerId="ADAL" clId="{05621D79-C2EA-5A1B-ACEB-D675639ABD86}" dt="2026-06-30T15:48:52.784" v="3830" actId="20577"/>
          <ac:spMkLst>
            <pc:docMk/>
            <pc:sldMk cId="0" sldId="276"/>
            <ac:spMk id="2" creationId="{00000000-0000-0000-0000-000000000000}"/>
          </ac:spMkLst>
        </pc:spChg>
        <pc:spChg chg="mod">
          <ac:chgData name="Cho, Younghoo" userId="407aac10-30e5-4498-a9b9-063675a80fd4" providerId="ADAL" clId="{05621D79-C2EA-5A1B-ACEB-D675639ABD86}" dt="2026-06-30T13:33:32.459" v="306"/>
          <ac:spMkLst>
            <pc:docMk/>
            <pc:sldMk cId="0" sldId="276"/>
            <ac:spMk id="3" creationId="{00000000-0000-0000-0000-000000000000}"/>
          </ac:spMkLst>
        </pc:spChg>
        <pc:spChg chg="mod">
          <ac:chgData name="Cho, Younghoo" userId="407aac10-30e5-4498-a9b9-063675a80fd4" providerId="ADAL" clId="{05621D79-C2EA-5A1B-ACEB-D675639ABD86}" dt="2026-07-01T01:37:25.104" v="13901" actId="20577"/>
          <ac:spMkLst>
            <pc:docMk/>
            <pc:sldMk cId="0" sldId="276"/>
            <ac:spMk id="4" creationId="{00000000-0000-0000-0000-000000000000}"/>
          </ac:spMkLst>
        </pc:spChg>
      </pc:sldChg>
      <pc:sldChg chg="addSp modSp mod modNotesTx">
        <pc:chgData name="Cho, Younghoo" userId="407aac10-30e5-4498-a9b9-063675a80fd4" providerId="ADAL" clId="{05621D79-C2EA-5A1B-ACEB-D675639ABD86}" dt="2026-07-01T01:41:13.787" v="13930" actId="20577"/>
        <pc:sldMkLst>
          <pc:docMk/>
          <pc:sldMk cId="0" sldId="277"/>
        </pc:sldMkLst>
        <pc:spChg chg="mod">
          <ac:chgData name="Cho, Younghoo" userId="407aac10-30e5-4498-a9b9-063675a80fd4" providerId="ADAL" clId="{05621D79-C2EA-5A1B-ACEB-D675639ABD86}" dt="2026-06-30T15:49:47.999" v="3831" actId="20577"/>
          <ac:spMkLst>
            <pc:docMk/>
            <pc:sldMk cId="0" sldId="277"/>
            <ac:spMk id="2" creationId="{00000000-0000-0000-0000-000000000000}"/>
          </ac:spMkLst>
        </pc:spChg>
        <pc:spChg chg="mod">
          <ac:chgData name="Cho, Younghoo" userId="407aac10-30e5-4498-a9b9-063675a80fd4" providerId="ADAL" clId="{05621D79-C2EA-5A1B-ACEB-D675639ABD86}" dt="2026-06-30T13:36:18.910" v="307"/>
          <ac:spMkLst>
            <pc:docMk/>
            <pc:sldMk cId="0" sldId="277"/>
            <ac:spMk id="3" creationId="{00000000-0000-0000-0000-000000000000}"/>
          </ac:spMkLst>
        </pc:spChg>
        <pc:spChg chg="mod">
          <ac:chgData name="Cho, Younghoo" userId="407aac10-30e5-4498-a9b9-063675a80fd4" providerId="ADAL" clId="{05621D79-C2EA-5A1B-ACEB-D675639ABD86}" dt="2026-07-01T01:39:17.268" v="13907" actId="20577"/>
          <ac:spMkLst>
            <pc:docMk/>
            <pc:sldMk cId="0" sldId="277"/>
            <ac:spMk id="4" creationId="{00000000-0000-0000-0000-000000000000}"/>
          </ac:spMkLst>
        </pc:spChg>
        <pc:spChg chg="mod">
          <ac:chgData name="Cho, Younghoo" userId="407aac10-30e5-4498-a9b9-063675a80fd4" providerId="ADAL" clId="{05621D79-C2EA-5A1B-ACEB-D675639ABD86}" dt="2026-06-30T13:36:53.574" v="317" actId="20577"/>
          <ac:spMkLst>
            <pc:docMk/>
            <pc:sldMk cId="0" sldId="277"/>
            <ac:spMk id="6" creationId="{00000000-0000-0000-0000-000000000000}"/>
          </ac:spMkLst>
        </pc:spChg>
        <pc:spChg chg="add mod">
          <ac:chgData name="Cho, Younghoo" userId="407aac10-30e5-4498-a9b9-063675a80fd4" providerId="ADAL" clId="{05621D79-C2EA-5A1B-ACEB-D675639ABD86}" dt="2026-06-30T15:50:22.343" v="3834" actId="1076"/>
          <ac:spMkLst>
            <pc:docMk/>
            <pc:sldMk cId="0" sldId="277"/>
            <ac:spMk id="9" creationId="{3260AAB2-8873-2ADA-8A63-9889442FCCF1}"/>
          </ac:spMkLst>
        </pc:spChg>
        <pc:picChg chg="add mod">
          <ac:chgData name="Cho, Younghoo" userId="407aac10-30e5-4498-a9b9-063675a80fd4" providerId="ADAL" clId="{05621D79-C2EA-5A1B-ACEB-D675639ABD86}" dt="2026-06-30T15:50:22.343" v="3834" actId="1076"/>
          <ac:picMkLst>
            <pc:docMk/>
            <pc:sldMk cId="0" sldId="277"/>
            <ac:picMk id="7" creationId="{60DC6AC9-59C6-B76C-47CD-C8063BBF8171}"/>
          </ac:picMkLst>
        </pc:picChg>
        <pc:picChg chg="add mod">
          <ac:chgData name="Cho, Younghoo" userId="407aac10-30e5-4498-a9b9-063675a80fd4" providerId="ADAL" clId="{05621D79-C2EA-5A1B-ACEB-D675639ABD86}" dt="2026-06-30T15:50:22.343" v="3834" actId="1076"/>
          <ac:picMkLst>
            <pc:docMk/>
            <pc:sldMk cId="0" sldId="277"/>
            <ac:picMk id="8" creationId="{BF230B56-D711-5289-3F4F-965D19D41377}"/>
          </ac:picMkLst>
        </pc:picChg>
      </pc:sldChg>
      <pc:sldChg chg="delSp modSp mod">
        <pc:chgData name="Cho, Younghoo" userId="407aac10-30e5-4498-a9b9-063675a80fd4" providerId="ADAL" clId="{05621D79-C2EA-5A1B-ACEB-D675639ABD86}" dt="2026-06-30T21:49:34.058" v="5739" actId="1076"/>
        <pc:sldMkLst>
          <pc:docMk/>
          <pc:sldMk cId="0" sldId="278"/>
        </pc:sldMkLst>
        <pc:spChg chg="mod">
          <ac:chgData name="Cho, Younghoo" userId="407aac10-30e5-4498-a9b9-063675a80fd4" providerId="ADAL" clId="{05621D79-C2EA-5A1B-ACEB-D675639ABD86}" dt="2026-06-30T15:50:42.890" v="3835" actId="20577"/>
          <ac:spMkLst>
            <pc:docMk/>
            <pc:sldMk cId="0" sldId="278"/>
            <ac:spMk id="2" creationId="{00000000-0000-0000-0000-000000000000}"/>
          </ac:spMkLst>
        </pc:spChg>
        <pc:spChg chg="del">
          <ac:chgData name="Cho, Younghoo" userId="407aac10-30e5-4498-a9b9-063675a80fd4" providerId="ADAL" clId="{05621D79-C2EA-5A1B-ACEB-D675639ABD86}" dt="2026-06-30T15:53:07.511" v="3922" actId="478"/>
          <ac:spMkLst>
            <pc:docMk/>
            <pc:sldMk cId="0" sldId="278"/>
            <ac:spMk id="3" creationId="{00000000-0000-0000-0000-000000000000}"/>
          </ac:spMkLst>
        </pc:spChg>
        <pc:spChg chg="mod">
          <ac:chgData name="Cho, Younghoo" userId="407aac10-30e5-4498-a9b9-063675a80fd4" providerId="ADAL" clId="{05621D79-C2EA-5A1B-ACEB-D675639ABD86}" dt="2026-06-30T21:49:34.058" v="5739" actId="1076"/>
          <ac:spMkLst>
            <pc:docMk/>
            <pc:sldMk cId="0" sldId="278"/>
            <ac:spMk id="5" creationId="{00000000-0000-0000-0000-000000000000}"/>
          </ac:spMkLst>
        </pc:spChg>
      </pc:sldChg>
      <pc:sldChg chg="modSp mod">
        <pc:chgData name="Cho, Younghoo" userId="407aac10-30e5-4498-a9b9-063675a80fd4" providerId="ADAL" clId="{05621D79-C2EA-5A1B-ACEB-D675639ABD86}" dt="2026-06-30T15:54:01.679" v="4034" actId="20577"/>
        <pc:sldMkLst>
          <pc:docMk/>
          <pc:sldMk cId="0" sldId="279"/>
        </pc:sldMkLst>
        <pc:spChg chg="mod">
          <ac:chgData name="Cho, Younghoo" userId="407aac10-30e5-4498-a9b9-063675a80fd4" providerId="ADAL" clId="{05621D79-C2EA-5A1B-ACEB-D675639ABD86}" dt="2026-06-30T15:53:23.580" v="3932" actId="20577"/>
          <ac:spMkLst>
            <pc:docMk/>
            <pc:sldMk cId="0" sldId="279"/>
            <ac:spMk id="2" creationId="{00000000-0000-0000-0000-000000000000}"/>
          </ac:spMkLst>
        </pc:spChg>
        <pc:spChg chg="mod">
          <ac:chgData name="Cho, Younghoo" userId="407aac10-30e5-4498-a9b9-063675a80fd4" providerId="ADAL" clId="{05621D79-C2EA-5A1B-ACEB-D675639ABD86}" dt="2026-06-30T15:54:01.679" v="4034" actId="20577"/>
          <ac:spMkLst>
            <pc:docMk/>
            <pc:sldMk cId="0" sldId="279"/>
            <ac:spMk id="3" creationId="{00000000-0000-0000-0000-000000000000}"/>
          </ac:spMkLst>
        </pc:spChg>
      </pc:sldChg>
      <pc:sldChg chg="addSp delSp modSp mod modNotesTx">
        <pc:chgData name="Cho, Younghoo" userId="407aac10-30e5-4498-a9b9-063675a80fd4" providerId="ADAL" clId="{05621D79-C2EA-5A1B-ACEB-D675639ABD86}" dt="2026-07-01T01:44:00.882" v="13968" actId="20577"/>
        <pc:sldMkLst>
          <pc:docMk/>
          <pc:sldMk cId="0" sldId="280"/>
        </pc:sldMkLst>
        <pc:spChg chg="mod">
          <ac:chgData name="Cho, Younghoo" userId="407aac10-30e5-4498-a9b9-063675a80fd4" providerId="ADAL" clId="{05621D79-C2EA-5A1B-ACEB-D675639ABD86}" dt="2026-06-30T15:58:22.324" v="4310" actId="20577"/>
          <ac:spMkLst>
            <pc:docMk/>
            <pc:sldMk cId="0" sldId="280"/>
            <ac:spMk id="2" creationId="{00000000-0000-0000-0000-000000000000}"/>
          </ac:spMkLst>
        </pc:spChg>
        <pc:spChg chg="add del mod">
          <ac:chgData name="Cho, Younghoo" userId="407aac10-30e5-4498-a9b9-063675a80fd4" providerId="ADAL" clId="{05621D79-C2EA-5A1B-ACEB-D675639ABD86}" dt="2026-06-30T15:57:40.605" v="4209"/>
          <ac:spMkLst>
            <pc:docMk/>
            <pc:sldMk cId="0" sldId="280"/>
            <ac:spMk id="3" creationId="{00000000-0000-0000-0000-000000000000}"/>
          </ac:spMkLst>
        </pc:spChg>
        <pc:spChg chg="mod">
          <ac:chgData name="Cho, Younghoo" userId="407aac10-30e5-4498-a9b9-063675a80fd4" providerId="ADAL" clId="{05621D79-C2EA-5A1B-ACEB-D675639ABD86}" dt="2026-06-30T15:55:00.830" v="4039" actId="1076"/>
          <ac:spMkLst>
            <pc:docMk/>
            <pc:sldMk cId="0" sldId="280"/>
            <ac:spMk id="6" creationId="{00000000-0000-0000-0000-000000000000}"/>
          </ac:spMkLst>
        </pc:spChg>
        <pc:spChg chg="mod">
          <ac:chgData name="Cho, Younghoo" userId="407aac10-30e5-4498-a9b9-063675a80fd4" providerId="ADAL" clId="{05621D79-C2EA-5A1B-ACEB-D675639ABD86}" dt="2026-06-30T15:55:00.830" v="4039" actId="1076"/>
          <ac:spMkLst>
            <pc:docMk/>
            <pc:sldMk cId="0" sldId="280"/>
            <ac:spMk id="7" creationId="{00000000-0000-0000-0000-000000000000}"/>
          </ac:spMkLst>
        </pc:spChg>
        <pc:spChg chg="mod">
          <ac:chgData name="Cho, Younghoo" userId="407aac10-30e5-4498-a9b9-063675a80fd4" providerId="ADAL" clId="{05621D79-C2EA-5A1B-ACEB-D675639ABD86}" dt="2026-06-30T21:49:44.884" v="5741" actId="1076"/>
          <ac:spMkLst>
            <pc:docMk/>
            <pc:sldMk cId="0" sldId="280"/>
            <ac:spMk id="8" creationId="{00000000-0000-0000-0000-000000000000}"/>
          </ac:spMkLst>
        </pc:spChg>
        <pc:picChg chg="mod">
          <ac:chgData name="Cho, Younghoo" userId="407aac10-30e5-4498-a9b9-063675a80fd4" providerId="ADAL" clId="{05621D79-C2EA-5A1B-ACEB-D675639ABD86}" dt="2026-06-30T15:55:00.830" v="4039" actId="1076"/>
          <ac:picMkLst>
            <pc:docMk/>
            <pc:sldMk cId="0" sldId="280"/>
            <ac:picMk id="4" creationId="{00000000-0000-0000-0000-000000000000}"/>
          </ac:picMkLst>
        </pc:picChg>
        <pc:picChg chg="mod">
          <ac:chgData name="Cho, Younghoo" userId="407aac10-30e5-4498-a9b9-063675a80fd4" providerId="ADAL" clId="{05621D79-C2EA-5A1B-ACEB-D675639ABD86}" dt="2026-06-30T15:55:00.830" v="4039" actId="1076"/>
          <ac:picMkLst>
            <pc:docMk/>
            <pc:sldMk cId="0" sldId="280"/>
            <ac:picMk id="5" creationId="{00000000-0000-0000-0000-000000000000}"/>
          </ac:picMkLst>
        </pc:picChg>
      </pc:sldChg>
      <pc:sldChg chg="delSp modSp mod modNotesTx">
        <pc:chgData name="Cho, Younghoo" userId="407aac10-30e5-4498-a9b9-063675a80fd4" providerId="ADAL" clId="{05621D79-C2EA-5A1B-ACEB-D675639ABD86}" dt="2026-07-01T01:48:32.892" v="13999" actId="20577"/>
        <pc:sldMkLst>
          <pc:docMk/>
          <pc:sldMk cId="0" sldId="281"/>
        </pc:sldMkLst>
        <pc:spChg chg="mod">
          <ac:chgData name="Cho, Younghoo" userId="407aac10-30e5-4498-a9b9-063675a80fd4" providerId="ADAL" clId="{05621D79-C2EA-5A1B-ACEB-D675639ABD86}" dt="2026-06-30T16:01:49.667" v="4641" actId="20577"/>
          <ac:spMkLst>
            <pc:docMk/>
            <pc:sldMk cId="0" sldId="281"/>
            <ac:spMk id="2" creationId="{00000000-0000-0000-0000-000000000000}"/>
          </ac:spMkLst>
        </pc:spChg>
        <pc:spChg chg="mod">
          <ac:chgData name="Cho, Younghoo" userId="407aac10-30e5-4498-a9b9-063675a80fd4" providerId="ADAL" clId="{05621D79-C2EA-5A1B-ACEB-D675639ABD86}" dt="2026-07-01T01:48:28.227" v="13998" actId="1076"/>
          <ac:spMkLst>
            <pc:docMk/>
            <pc:sldMk cId="0" sldId="281"/>
            <ac:spMk id="3" creationId="{00000000-0000-0000-0000-000000000000}"/>
          </ac:spMkLst>
        </pc:spChg>
        <pc:spChg chg="mod">
          <ac:chgData name="Cho, Younghoo" userId="407aac10-30e5-4498-a9b9-063675a80fd4" providerId="ADAL" clId="{05621D79-C2EA-5A1B-ACEB-D675639ABD86}" dt="2026-06-30T13:14:36.533" v="281" actId="20577"/>
          <ac:spMkLst>
            <pc:docMk/>
            <pc:sldMk cId="0" sldId="281"/>
            <ac:spMk id="6" creationId="{00000000-0000-0000-0000-000000000000}"/>
          </ac:spMkLst>
        </pc:spChg>
        <pc:spChg chg="del mod">
          <ac:chgData name="Cho, Younghoo" userId="407aac10-30e5-4498-a9b9-063675a80fd4" providerId="ADAL" clId="{05621D79-C2EA-5A1B-ACEB-D675639ABD86}" dt="2026-07-01T01:48:23.698" v="13996" actId="478"/>
          <ac:spMkLst>
            <pc:docMk/>
            <pc:sldMk cId="0" sldId="281"/>
            <ac:spMk id="970" creationId="{00000000-0000-0000-0000-000000000000}"/>
          </ac:spMkLst>
        </pc:spChg>
        <pc:picChg chg="mod">
          <ac:chgData name="Cho, Younghoo" userId="407aac10-30e5-4498-a9b9-063675a80fd4" providerId="ADAL" clId="{05621D79-C2EA-5A1B-ACEB-D675639ABD86}" dt="2026-07-01T01:48:26.425" v="13997" actId="1076"/>
          <ac:picMkLst>
            <pc:docMk/>
            <pc:sldMk cId="0" sldId="281"/>
            <ac:picMk id="950" creationId="{00000000-0000-0000-0000-000000000000}"/>
          </ac:picMkLst>
        </pc:picChg>
      </pc:sldChg>
      <pc:sldChg chg="addSp delSp modSp mod modNotesTx">
        <pc:chgData name="Cho, Younghoo" userId="407aac10-30e5-4498-a9b9-063675a80fd4" providerId="ADAL" clId="{05621D79-C2EA-5A1B-ACEB-D675639ABD86}" dt="2026-07-01T01:52:55.883" v="14004" actId="20577"/>
        <pc:sldMkLst>
          <pc:docMk/>
          <pc:sldMk cId="0" sldId="282"/>
        </pc:sldMkLst>
        <pc:spChg chg="mod">
          <ac:chgData name="Cho, Younghoo" userId="407aac10-30e5-4498-a9b9-063675a80fd4" providerId="ADAL" clId="{05621D79-C2EA-5A1B-ACEB-D675639ABD86}" dt="2026-07-01T01:52:55.883" v="14004" actId="20577"/>
          <ac:spMkLst>
            <pc:docMk/>
            <pc:sldMk cId="0" sldId="282"/>
            <ac:spMk id="3" creationId="{00000000-0000-0000-0000-000000000000}"/>
          </ac:spMkLst>
        </pc:spChg>
        <pc:picChg chg="add del mod">
          <ac:chgData name="Cho, Younghoo" userId="407aac10-30e5-4498-a9b9-063675a80fd4" providerId="ADAL" clId="{05621D79-C2EA-5A1B-ACEB-D675639ABD86}" dt="2026-06-30T23:15:38.437" v="8958" actId="478"/>
          <ac:picMkLst>
            <pc:docMk/>
            <pc:sldMk cId="0" sldId="282"/>
            <ac:picMk id="5" creationId="{94524B71-EA3D-4A48-2EF4-816BC3E2D7AC}"/>
          </ac:picMkLst>
        </pc:picChg>
        <pc:picChg chg="add mod">
          <ac:chgData name="Cho, Younghoo" userId="407aac10-30e5-4498-a9b9-063675a80fd4" providerId="ADAL" clId="{05621D79-C2EA-5A1B-ACEB-D675639ABD86}" dt="2026-07-01T01:47:56.249" v="13995" actId="1076"/>
          <ac:picMkLst>
            <pc:docMk/>
            <pc:sldMk cId="0" sldId="282"/>
            <ac:picMk id="7" creationId="{F4B3F6E9-EC07-EA9A-D927-30EABE1D8768}"/>
          </ac:picMkLst>
        </pc:picChg>
        <pc:picChg chg="del">
          <ac:chgData name="Cho, Younghoo" userId="407aac10-30e5-4498-a9b9-063675a80fd4" providerId="ADAL" clId="{05621D79-C2EA-5A1B-ACEB-D675639ABD86}" dt="2026-06-30T23:15:29.862" v="8954" actId="478"/>
          <ac:picMkLst>
            <pc:docMk/>
            <pc:sldMk cId="0" sldId="282"/>
            <ac:picMk id="950" creationId="{00000000-0000-0000-0000-000000000000}"/>
          </ac:picMkLst>
        </pc:picChg>
      </pc:sldChg>
      <pc:sldChg chg="modSp mod modNotesTx">
        <pc:chgData name="Cho, Younghoo" userId="407aac10-30e5-4498-a9b9-063675a80fd4" providerId="ADAL" clId="{05621D79-C2EA-5A1B-ACEB-D675639ABD86}" dt="2026-07-01T01:54:14.562" v="14006" actId="20577"/>
        <pc:sldMkLst>
          <pc:docMk/>
          <pc:sldMk cId="0" sldId="283"/>
        </pc:sldMkLst>
        <pc:spChg chg="mod">
          <ac:chgData name="Cho, Younghoo" userId="407aac10-30e5-4498-a9b9-063675a80fd4" providerId="ADAL" clId="{05621D79-C2EA-5A1B-ACEB-D675639ABD86}" dt="2026-06-30T16:04:12.852" v="4801" actId="20577"/>
          <ac:spMkLst>
            <pc:docMk/>
            <pc:sldMk cId="0" sldId="283"/>
            <ac:spMk id="2" creationId="{00000000-0000-0000-0000-000000000000}"/>
          </ac:spMkLst>
        </pc:spChg>
        <pc:spChg chg="mod">
          <ac:chgData name="Cho, Younghoo" userId="407aac10-30e5-4498-a9b9-063675a80fd4" providerId="ADAL" clId="{05621D79-C2EA-5A1B-ACEB-D675639ABD86}" dt="2026-07-01T01:54:14.562" v="14006" actId="20577"/>
          <ac:spMkLst>
            <pc:docMk/>
            <pc:sldMk cId="0" sldId="283"/>
            <ac:spMk id="5" creationId="{00000000-0000-0000-0000-000000000000}"/>
          </ac:spMkLst>
        </pc:spChg>
      </pc:sldChg>
      <pc:sldChg chg="modSp mod modNotesTx">
        <pc:chgData name="Cho, Younghoo" userId="407aac10-30e5-4498-a9b9-063675a80fd4" providerId="ADAL" clId="{05621D79-C2EA-5A1B-ACEB-D675639ABD86}" dt="2026-06-30T16:04:37.841" v="4844" actId="20577"/>
        <pc:sldMkLst>
          <pc:docMk/>
          <pc:sldMk cId="0" sldId="284"/>
        </pc:sldMkLst>
        <pc:spChg chg="mod">
          <ac:chgData name="Cho, Younghoo" userId="407aac10-30e5-4498-a9b9-063675a80fd4" providerId="ADAL" clId="{05621D79-C2EA-5A1B-ACEB-D675639ABD86}" dt="2026-06-30T16:04:35.710" v="4843" actId="20577"/>
          <ac:spMkLst>
            <pc:docMk/>
            <pc:sldMk cId="0" sldId="284"/>
            <ac:spMk id="2" creationId="{00000000-0000-0000-0000-000000000000}"/>
          </ac:spMkLst>
        </pc:spChg>
        <pc:spChg chg="mod">
          <ac:chgData name="Cho, Younghoo" userId="407aac10-30e5-4498-a9b9-063675a80fd4" providerId="ADAL" clId="{05621D79-C2EA-5A1B-ACEB-D675639ABD86}" dt="2026-06-30T16:04:37.841" v="4844" actId="20577"/>
          <ac:spMkLst>
            <pc:docMk/>
            <pc:sldMk cId="0" sldId="284"/>
            <ac:spMk id="3" creationId="{00000000-0000-0000-0000-000000000000}"/>
          </ac:spMkLst>
        </pc:spChg>
      </pc:sldChg>
      <pc:sldChg chg="addSp delSp modSp mod modNotesTx">
        <pc:chgData name="Cho, Younghoo" userId="407aac10-30e5-4498-a9b9-063675a80fd4" providerId="ADAL" clId="{05621D79-C2EA-5A1B-ACEB-D675639ABD86}" dt="2026-07-01T01:56:12.749" v="14027" actId="14100"/>
        <pc:sldMkLst>
          <pc:docMk/>
          <pc:sldMk cId="0" sldId="285"/>
        </pc:sldMkLst>
        <pc:spChg chg="mod">
          <ac:chgData name="Cho, Younghoo" userId="407aac10-30e5-4498-a9b9-063675a80fd4" providerId="ADAL" clId="{05621D79-C2EA-5A1B-ACEB-D675639ABD86}" dt="2026-06-30T12:11:48.975" v="91" actId="20577"/>
          <ac:spMkLst>
            <pc:docMk/>
            <pc:sldMk cId="0" sldId="285"/>
            <ac:spMk id="2" creationId="{00000000-0000-0000-0000-000000000000}"/>
          </ac:spMkLst>
        </pc:spChg>
        <pc:spChg chg="mod">
          <ac:chgData name="Cho, Younghoo" userId="407aac10-30e5-4498-a9b9-063675a80fd4" providerId="ADAL" clId="{05621D79-C2EA-5A1B-ACEB-D675639ABD86}" dt="2026-07-01T01:55:46.498" v="14015" actId="1076"/>
          <ac:spMkLst>
            <pc:docMk/>
            <pc:sldMk cId="0" sldId="285"/>
            <ac:spMk id="3" creationId="{00000000-0000-0000-0000-000000000000}"/>
          </ac:spMkLst>
        </pc:spChg>
        <pc:spChg chg="del">
          <ac:chgData name="Cho, Younghoo" userId="407aac10-30e5-4498-a9b9-063675a80fd4" providerId="ADAL" clId="{05621D79-C2EA-5A1B-ACEB-D675639ABD86}" dt="2026-06-30T12:24:15.912" v="101" actId="478"/>
          <ac:spMkLst>
            <pc:docMk/>
            <pc:sldMk cId="0" sldId="285"/>
            <ac:spMk id="4" creationId="{00000000-0000-0000-0000-000000000000}"/>
          </ac:spMkLst>
        </pc:spChg>
        <pc:spChg chg="mod">
          <ac:chgData name="Cho, Younghoo" userId="407aac10-30e5-4498-a9b9-063675a80fd4" providerId="ADAL" clId="{05621D79-C2EA-5A1B-ACEB-D675639ABD86}" dt="2026-07-01T01:56:12.749" v="14027" actId="14100"/>
          <ac:spMkLst>
            <pc:docMk/>
            <pc:sldMk cId="0" sldId="285"/>
            <ac:spMk id="972" creationId="{00000000-0000-0000-0000-000000000000}"/>
          </ac:spMkLst>
        </pc:spChg>
        <pc:picChg chg="del">
          <ac:chgData name="Cho, Younghoo" userId="407aac10-30e5-4498-a9b9-063675a80fd4" providerId="ADAL" clId="{05621D79-C2EA-5A1B-ACEB-D675639ABD86}" dt="2026-06-30T12:19:15.211" v="92" actId="478"/>
          <ac:picMkLst>
            <pc:docMk/>
            <pc:sldMk cId="0" sldId="285"/>
            <ac:picMk id="5" creationId="{00000000-0000-0000-0000-000000000000}"/>
          </ac:picMkLst>
        </pc:picChg>
        <pc:picChg chg="add mod">
          <ac:chgData name="Cho, Younghoo" userId="407aac10-30e5-4498-a9b9-063675a80fd4" providerId="ADAL" clId="{05621D79-C2EA-5A1B-ACEB-D675639ABD86}" dt="2026-07-01T01:55:47.540" v="14016" actId="1076"/>
          <ac:picMkLst>
            <pc:docMk/>
            <pc:sldMk cId="0" sldId="285"/>
            <ac:picMk id="6" creationId="{426BB568-2F7F-E6A3-5146-2D66FE1D1910}"/>
          </ac:picMkLst>
        </pc:picChg>
      </pc:sldChg>
      <pc:sldChg chg="delSp modSp mod modNotesTx">
        <pc:chgData name="Cho, Younghoo" userId="407aac10-30e5-4498-a9b9-063675a80fd4" providerId="ADAL" clId="{05621D79-C2EA-5A1B-ACEB-D675639ABD86}" dt="2026-07-01T02:03:16.458" v="14059" actId="1076"/>
        <pc:sldMkLst>
          <pc:docMk/>
          <pc:sldMk cId="0" sldId="286"/>
        </pc:sldMkLst>
        <pc:spChg chg="mod">
          <ac:chgData name="Cho, Younghoo" userId="407aac10-30e5-4498-a9b9-063675a80fd4" providerId="ADAL" clId="{05621D79-C2EA-5A1B-ACEB-D675639ABD86}" dt="2026-06-30T12:22:33.419" v="97"/>
          <ac:spMkLst>
            <pc:docMk/>
            <pc:sldMk cId="0" sldId="286"/>
            <ac:spMk id="3" creationId="{00000000-0000-0000-0000-000000000000}"/>
          </ac:spMkLst>
        </pc:spChg>
        <pc:spChg chg="mod">
          <ac:chgData name="Cho, Younghoo" userId="407aac10-30e5-4498-a9b9-063675a80fd4" providerId="ADAL" clId="{05621D79-C2EA-5A1B-ACEB-D675639ABD86}" dt="2026-06-30T12:22:42.251" v="98"/>
          <ac:spMkLst>
            <pc:docMk/>
            <pc:sldMk cId="0" sldId="286"/>
            <ac:spMk id="4" creationId="{00000000-0000-0000-0000-000000000000}"/>
          </ac:spMkLst>
        </pc:spChg>
        <pc:spChg chg="mod">
          <ac:chgData name="Cho, Younghoo" userId="407aac10-30e5-4498-a9b9-063675a80fd4" providerId="ADAL" clId="{05621D79-C2EA-5A1B-ACEB-D675639ABD86}" dt="2026-06-30T12:22:53.349" v="99"/>
          <ac:spMkLst>
            <pc:docMk/>
            <pc:sldMk cId="0" sldId="286"/>
            <ac:spMk id="5" creationId="{00000000-0000-0000-0000-000000000000}"/>
          </ac:spMkLst>
        </pc:spChg>
        <pc:spChg chg="del">
          <ac:chgData name="Cho, Younghoo" userId="407aac10-30e5-4498-a9b9-063675a80fd4" providerId="ADAL" clId="{05621D79-C2EA-5A1B-ACEB-D675639ABD86}" dt="2026-06-30T12:23:26.874" v="100" actId="478"/>
          <ac:spMkLst>
            <pc:docMk/>
            <pc:sldMk cId="0" sldId="286"/>
            <ac:spMk id="6" creationId="{00000000-0000-0000-0000-000000000000}"/>
          </ac:spMkLst>
        </pc:spChg>
        <pc:spChg chg="mod">
          <ac:chgData name="Cho, Younghoo" userId="407aac10-30e5-4498-a9b9-063675a80fd4" providerId="ADAL" clId="{05621D79-C2EA-5A1B-ACEB-D675639ABD86}" dt="2026-07-01T02:03:16.458" v="14059" actId="1076"/>
          <ac:spMkLst>
            <pc:docMk/>
            <pc:sldMk cId="0" sldId="286"/>
            <ac:spMk id="973" creationId="{00000000-0000-0000-0000-000000000000}"/>
          </ac:spMkLst>
        </pc:spChg>
      </pc:sldChg>
      <pc:sldChg chg="addSp modSp mod modNotesTx">
        <pc:chgData name="Cho, Younghoo" userId="407aac10-30e5-4498-a9b9-063675a80fd4" providerId="ADAL" clId="{05621D79-C2EA-5A1B-ACEB-D675639ABD86}" dt="2026-07-01T02:06:43.662" v="14091" actId="1076"/>
        <pc:sldMkLst>
          <pc:docMk/>
          <pc:sldMk cId="0" sldId="287"/>
        </pc:sldMkLst>
        <pc:spChg chg="mod">
          <ac:chgData name="Cho, Younghoo" userId="407aac10-30e5-4498-a9b9-063675a80fd4" providerId="ADAL" clId="{05621D79-C2EA-5A1B-ACEB-D675639ABD86}" dt="2026-06-30T16:12:43.380" v="5287" actId="20577"/>
          <ac:spMkLst>
            <pc:docMk/>
            <pc:sldMk cId="0" sldId="287"/>
            <ac:spMk id="2" creationId="{00000000-0000-0000-0000-000000000000}"/>
          </ac:spMkLst>
        </pc:spChg>
        <pc:spChg chg="mod">
          <ac:chgData name="Cho, Younghoo" userId="407aac10-30e5-4498-a9b9-063675a80fd4" providerId="ADAL" clId="{05621D79-C2EA-5A1B-ACEB-D675639ABD86}" dt="2026-07-01T02:05:10.606" v="14062" actId="1076"/>
          <ac:spMkLst>
            <pc:docMk/>
            <pc:sldMk cId="0" sldId="287"/>
            <ac:spMk id="3" creationId="{00000000-0000-0000-0000-000000000000}"/>
          </ac:spMkLst>
        </pc:spChg>
        <pc:spChg chg="mod">
          <ac:chgData name="Cho, Younghoo" userId="407aac10-30e5-4498-a9b9-063675a80fd4" providerId="ADAL" clId="{05621D79-C2EA-5A1B-ACEB-D675639ABD86}" dt="2026-07-01T02:05:35.429" v="14079" actId="1076"/>
          <ac:spMkLst>
            <pc:docMk/>
            <pc:sldMk cId="0" sldId="287"/>
            <ac:spMk id="974" creationId="{00000000-0000-0000-0000-000000000000}"/>
          </ac:spMkLst>
        </pc:spChg>
        <pc:picChg chg="add mod">
          <ac:chgData name="Cho, Younghoo" userId="407aac10-30e5-4498-a9b9-063675a80fd4" providerId="ADAL" clId="{05621D79-C2EA-5A1B-ACEB-D675639ABD86}" dt="2026-06-30T12:30:07.102" v="153"/>
          <ac:picMkLst>
            <pc:docMk/>
            <pc:sldMk cId="0" sldId="287"/>
            <ac:picMk id="4" creationId="{07F1495E-F280-CFFA-7252-B36523EA2776}"/>
          </ac:picMkLst>
        </pc:picChg>
        <pc:picChg chg="add mod modCrop">
          <ac:chgData name="Cho, Younghoo" userId="407aac10-30e5-4498-a9b9-063675a80fd4" providerId="ADAL" clId="{05621D79-C2EA-5A1B-ACEB-D675639ABD86}" dt="2026-07-01T02:06:43.662" v="14091" actId="1076"/>
          <ac:picMkLst>
            <pc:docMk/>
            <pc:sldMk cId="0" sldId="287"/>
            <ac:picMk id="4" creationId="{773979C4-3AB2-AC31-C92E-C809C2867F66}"/>
          </ac:picMkLst>
        </pc:picChg>
        <pc:picChg chg="mod">
          <ac:chgData name="Cho, Younghoo" userId="407aac10-30e5-4498-a9b9-063675a80fd4" providerId="ADAL" clId="{05621D79-C2EA-5A1B-ACEB-D675639ABD86}" dt="2026-07-01T02:05:32.811" v="14078" actId="1076"/>
          <ac:picMkLst>
            <pc:docMk/>
            <pc:sldMk cId="0" sldId="287"/>
            <ac:picMk id="5" creationId="{00000000-0000-0000-0000-000000000000}"/>
          </ac:picMkLst>
        </pc:picChg>
      </pc:sldChg>
      <pc:sldChg chg="addSp delSp modSp mod">
        <pc:chgData name="Cho, Younghoo" userId="407aac10-30e5-4498-a9b9-063675a80fd4" providerId="ADAL" clId="{05621D79-C2EA-5A1B-ACEB-D675639ABD86}" dt="2026-06-30T16:16:24.525" v="5689" actId="20577"/>
        <pc:sldMkLst>
          <pc:docMk/>
          <pc:sldMk cId="0" sldId="288"/>
        </pc:sldMkLst>
        <pc:spChg chg="mod">
          <ac:chgData name="Cho, Younghoo" userId="407aac10-30e5-4498-a9b9-063675a80fd4" providerId="ADAL" clId="{05621D79-C2EA-5A1B-ACEB-D675639ABD86}" dt="2026-06-30T16:14:11.411" v="5323" actId="20577"/>
          <ac:spMkLst>
            <pc:docMk/>
            <pc:sldMk cId="0" sldId="288"/>
            <ac:spMk id="2" creationId="{00000000-0000-0000-0000-000000000000}"/>
          </ac:spMkLst>
        </pc:spChg>
        <pc:spChg chg="del mod">
          <ac:chgData name="Cho, Younghoo" userId="407aac10-30e5-4498-a9b9-063675a80fd4" providerId="ADAL" clId="{05621D79-C2EA-5A1B-ACEB-D675639ABD86}" dt="2026-06-30T16:14:16.581" v="5324" actId="478"/>
          <ac:spMkLst>
            <pc:docMk/>
            <pc:sldMk cId="0" sldId="288"/>
            <ac:spMk id="3" creationId="{00000000-0000-0000-0000-000000000000}"/>
          </ac:spMkLst>
        </pc:spChg>
        <pc:spChg chg="mod">
          <ac:chgData name="Cho, Younghoo" userId="407aac10-30e5-4498-a9b9-063675a80fd4" providerId="ADAL" clId="{05621D79-C2EA-5A1B-ACEB-D675639ABD86}" dt="2026-06-30T16:16:24.525" v="5689" actId="20577"/>
          <ac:spMkLst>
            <pc:docMk/>
            <pc:sldMk cId="0" sldId="288"/>
            <ac:spMk id="5" creationId="{00000000-0000-0000-0000-000000000000}"/>
          </ac:spMkLst>
        </pc:spChg>
        <pc:spChg chg="add del">
          <ac:chgData name="Cho, Younghoo" userId="407aac10-30e5-4498-a9b9-063675a80fd4" providerId="ADAL" clId="{05621D79-C2EA-5A1B-ACEB-D675639ABD86}" dt="2026-06-30T12:36:57.855" v="193" actId="22"/>
          <ac:spMkLst>
            <pc:docMk/>
            <pc:sldMk cId="0" sldId="288"/>
            <ac:spMk id="6" creationId="{E282F3ED-423A-DAD2-235A-30440A5071DC}"/>
          </ac:spMkLst>
        </pc:spChg>
      </pc:sldChg>
      <pc:sldChg chg="modSp mod">
        <pc:chgData name="Cho, Younghoo" userId="407aac10-30e5-4498-a9b9-063675a80fd4" providerId="ADAL" clId="{05621D79-C2EA-5A1B-ACEB-D675639ABD86}" dt="2026-06-30T16:16:49.650" v="5727" actId="20577"/>
        <pc:sldMkLst>
          <pc:docMk/>
          <pc:sldMk cId="0" sldId="289"/>
        </pc:sldMkLst>
        <pc:spChg chg="mod">
          <ac:chgData name="Cho, Younghoo" userId="407aac10-30e5-4498-a9b9-063675a80fd4" providerId="ADAL" clId="{05621D79-C2EA-5A1B-ACEB-D675639ABD86}" dt="2026-06-30T16:16:49.650" v="5727" actId="20577"/>
          <ac:spMkLst>
            <pc:docMk/>
            <pc:sldMk cId="0" sldId="289"/>
            <ac:spMk id="2" creationId="{00000000-0000-0000-0000-000000000000}"/>
          </ac:spMkLst>
        </pc:spChg>
        <pc:spChg chg="mod">
          <ac:chgData name="Cho, Younghoo" userId="407aac10-30e5-4498-a9b9-063675a80fd4" providerId="ADAL" clId="{05621D79-C2EA-5A1B-ACEB-D675639ABD86}" dt="2026-06-30T12:42:58.196" v="222"/>
          <ac:spMkLst>
            <pc:docMk/>
            <pc:sldMk cId="0" sldId="289"/>
            <ac:spMk id="3" creationId="{00000000-0000-0000-0000-000000000000}"/>
          </ac:spMkLst>
        </pc:spChg>
        <pc:spChg chg="mod">
          <ac:chgData name="Cho, Younghoo" userId="407aac10-30e5-4498-a9b9-063675a80fd4" providerId="ADAL" clId="{05621D79-C2EA-5A1B-ACEB-D675639ABD86}" dt="2026-06-30T12:49:12.393" v="234" actId="20577"/>
          <ac:spMkLst>
            <pc:docMk/>
            <pc:sldMk cId="0" sldId="289"/>
            <ac:spMk id="4" creationId="{00000000-0000-0000-0000-000000000000}"/>
          </ac:spMkLst>
        </pc:spChg>
      </pc:sldChg>
      <pc:sldChg chg="modSp mod">
        <pc:chgData name="Cho, Younghoo" userId="407aac10-30e5-4498-a9b9-063675a80fd4" providerId="ADAL" clId="{05621D79-C2EA-5A1B-ACEB-D675639ABD86}" dt="2026-06-30T12:53:22.278" v="257" actId="20577"/>
        <pc:sldMkLst>
          <pc:docMk/>
          <pc:sldMk cId="0" sldId="290"/>
        </pc:sldMkLst>
        <pc:spChg chg="mod">
          <ac:chgData name="Cho, Younghoo" userId="407aac10-30e5-4498-a9b9-063675a80fd4" providerId="ADAL" clId="{05621D79-C2EA-5A1B-ACEB-D675639ABD86}" dt="2026-06-30T12:51:29.742" v="248" actId="20577"/>
          <ac:spMkLst>
            <pc:docMk/>
            <pc:sldMk cId="0" sldId="290"/>
            <ac:spMk id="2" creationId="{00000000-0000-0000-0000-000000000000}"/>
          </ac:spMkLst>
        </pc:spChg>
        <pc:spChg chg="mod">
          <ac:chgData name="Cho, Younghoo" userId="407aac10-30e5-4498-a9b9-063675a80fd4" providerId="ADAL" clId="{05621D79-C2EA-5A1B-ACEB-D675639ABD86}" dt="2026-06-30T12:51:42.356" v="249"/>
          <ac:spMkLst>
            <pc:docMk/>
            <pc:sldMk cId="0" sldId="290"/>
            <ac:spMk id="3" creationId="{00000000-0000-0000-0000-000000000000}"/>
          </ac:spMkLst>
        </pc:spChg>
        <pc:spChg chg="mod">
          <ac:chgData name="Cho, Younghoo" userId="407aac10-30e5-4498-a9b9-063675a80fd4" providerId="ADAL" clId="{05621D79-C2EA-5A1B-ACEB-D675639ABD86}" dt="2026-06-30T12:53:22.278" v="257" actId="20577"/>
          <ac:spMkLst>
            <pc:docMk/>
            <pc:sldMk cId="0" sldId="290"/>
            <ac:spMk id="4" creationId="{00000000-0000-0000-0000-000000000000}"/>
          </ac:spMkLst>
        </pc:spChg>
      </pc:sldChg>
      <pc:sldChg chg="modSp mod modNotesTx">
        <pc:chgData name="Cho, Younghoo" userId="407aac10-30e5-4498-a9b9-063675a80fd4" providerId="ADAL" clId="{05621D79-C2EA-5A1B-ACEB-D675639ABD86}" dt="2026-06-30T22:17:14.615" v="6730" actId="20577"/>
        <pc:sldMkLst>
          <pc:docMk/>
          <pc:sldMk cId="0" sldId="292"/>
        </pc:sldMkLst>
        <pc:spChg chg="mod">
          <ac:chgData name="Cho, Younghoo" userId="407aac10-30e5-4498-a9b9-063675a80fd4" providerId="ADAL" clId="{05621D79-C2EA-5A1B-ACEB-D675639ABD86}" dt="2026-06-30T13:03:15.848" v="258" actId="1076"/>
          <ac:spMkLst>
            <pc:docMk/>
            <pc:sldMk cId="0" sldId="292"/>
            <ac:spMk id="3" creationId="{00000000-0000-0000-0000-000000000000}"/>
          </ac:spMkLst>
        </pc:spChg>
      </pc:sldChg>
      <pc:sldChg chg="modSp mod">
        <pc:chgData name="Cho, Younghoo" userId="407aac10-30e5-4498-a9b9-063675a80fd4" providerId="ADAL" clId="{05621D79-C2EA-5A1B-ACEB-D675639ABD86}" dt="2026-06-30T22:24:54.782" v="6767" actId="1076"/>
        <pc:sldMkLst>
          <pc:docMk/>
          <pc:sldMk cId="0" sldId="293"/>
        </pc:sldMkLst>
        <pc:spChg chg="mod">
          <ac:chgData name="Cho, Younghoo" userId="407aac10-30e5-4498-a9b9-063675a80fd4" providerId="ADAL" clId="{05621D79-C2EA-5A1B-ACEB-D675639ABD86}" dt="2026-06-30T22:24:54.782" v="6767" actId="1076"/>
          <ac:spMkLst>
            <pc:docMk/>
            <pc:sldMk cId="0" sldId="293"/>
            <ac:spMk id="2" creationId="{00000000-0000-0000-0000-000000000000}"/>
          </ac:spMkLst>
        </pc:spChg>
      </pc:sldChg>
      <pc:sldChg chg="modSp mod modNotesTx">
        <pc:chgData name="Cho, Younghoo" userId="407aac10-30e5-4498-a9b9-063675a80fd4" providerId="ADAL" clId="{05621D79-C2EA-5A1B-ACEB-D675639ABD86}" dt="2026-06-30T22:43:43.080" v="7523" actId="20577"/>
        <pc:sldMkLst>
          <pc:docMk/>
          <pc:sldMk cId="0" sldId="301"/>
        </pc:sldMkLst>
        <pc:spChg chg="mod">
          <ac:chgData name="Cho, Younghoo" userId="407aac10-30e5-4498-a9b9-063675a80fd4" providerId="ADAL" clId="{05621D79-C2EA-5A1B-ACEB-D675639ABD86}" dt="2026-06-30T13:50:01.380" v="347" actId="20577"/>
          <ac:spMkLst>
            <pc:docMk/>
            <pc:sldMk cId="0" sldId="301"/>
            <ac:spMk id="6" creationId="{00000000-0000-0000-0000-000000000000}"/>
          </ac:spMkLst>
        </pc:spChg>
        <pc:spChg chg="mod">
          <ac:chgData name="Cho, Younghoo" userId="407aac10-30e5-4498-a9b9-063675a80fd4" providerId="ADAL" clId="{05621D79-C2EA-5A1B-ACEB-D675639ABD86}" dt="2026-06-30T13:50:13.445" v="369" actId="20577"/>
          <ac:spMkLst>
            <pc:docMk/>
            <pc:sldMk cId="0" sldId="301"/>
            <ac:spMk id="9" creationId="{00000000-0000-0000-0000-000000000000}"/>
          </ac:spMkLst>
        </pc:spChg>
        <pc:spChg chg="mod">
          <ac:chgData name="Cho, Younghoo" userId="407aac10-30e5-4498-a9b9-063675a80fd4" providerId="ADAL" clId="{05621D79-C2EA-5A1B-ACEB-D675639ABD86}" dt="2026-06-30T13:51:13.789" v="370" actId="20577"/>
          <ac:spMkLst>
            <pc:docMk/>
            <pc:sldMk cId="0" sldId="301"/>
            <ac:spMk id="17" creationId="{00000000-0000-0000-0000-000000000000}"/>
          </ac:spMkLst>
        </pc:spChg>
      </pc:sldChg>
      <pc:sldChg chg="modSp mod modNotesTx">
        <pc:chgData name="Cho, Younghoo" userId="407aac10-30e5-4498-a9b9-063675a80fd4" providerId="ADAL" clId="{05621D79-C2EA-5A1B-ACEB-D675639ABD86}" dt="2026-06-30T23:38:55.288" v="9998" actId="20577"/>
        <pc:sldMkLst>
          <pc:docMk/>
          <pc:sldMk cId="0" sldId="302"/>
        </pc:sldMkLst>
        <pc:spChg chg="mod">
          <ac:chgData name="Cho, Younghoo" userId="407aac10-30e5-4498-a9b9-063675a80fd4" providerId="ADAL" clId="{05621D79-C2EA-5A1B-ACEB-D675639ABD86}" dt="2026-06-30T23:38:55.288" v="9998" actId="20577"/>
          <ac:spMkLst>
            <pc:docMk/>
            <pc:sldMk cId="0" sldId="302"/>
            <ac:spMk id="8" creationId="{00000000-0000-0000-0000-000000000000}"/>
          </ac:spMkLst>
        </pc:spChg>
      </pc:sldChg>
      <pc:sldChg chg="delSp modSp add mod modNotesTx">
        <pc:chgData name="Cho, Younghoo" userId="407aac10-30e5-4498-a9b9-063675a80fd4" providerId="ADAL" clId="{05621D79-C2EA-5A1B-ACEB-D675639ABD86}" dt="2026-06-30T23:24:06.377" v="9409" actId="20577"/>
        <pc:sldMkLst>
          <pc:docMk/>
          <pc:sldMk cId="742570968" sldId="303"/>
        </pc:sldMkLst>
        <pc:spChg chg="mod">
          <ac:chgData name="Cho, Younghoo" userId="407aac10-30e5-4498-a9b9-063675a80fd4" providerId="ADAL" clId="{05621D79-C2EA-5A1B-ACEB-D675639ABD86}" dt="2026-06-30T14:16:03.731" v="602" actId="20577"/>
          <ac:spMkLst>
            <pc:docMk/>
            <pc:sldMk cId="742570968" sldId="303"/>
            <ac:spMk id="2" creationId="{E97CC34C-61F4-3653-5137-63102B116C46}"/>
          </ac:spMkLst>
        </pc:spChg>
        <pc:spChg chg="del">
          <ac:chgData name="Cho, Younghoo" userId="407aac10-30e5-4498-a9b9-063675a80fd4" providerId="ADAL" clId="{05621D79-C2EA-5A1B-ACEB-D675639ABD86}" dt="2026-06-30T14:15:40.643" v="558" actId="478"/>
          <ac:spMkLst>
            <pc:docMk/>
            <pc:sldMk cId="742570968" sldId="303"/>
            <ac:spMk id="3" creationId="{A61E3049-796F-2E87-7D79-57B57AAA59BF}"/>
          </ac:spMkLst>
        </pc:spChg>
        <pc:spChg chg="del">
          <ac:chgData name="Cho, Younghoo" userId="407aac10-30e5-4498-a9b9-063675a80fd4" providerId="ADAL" clId="{05621D79-C2EA-5A1B-ACEB-D675639ABD86}" dt="2026-06-30T14:15:40.643" v="558" actId="478"/>
          <ac:spMkLst>
            <pc:docMk/>
            <pc:sldMk cId="742570968" sldId="303"/>
            <ac:spMk id="4" creationId="{77F93B1A-59C7-EC32-E30F-510BE5B8CDFB}"/>
          </ac:spMkLst>
        </pc:spChg>
        <pc:spChg chg="del">
          <ac:chgData name="Cho, Younghoo" userId="407aac10-30e5-4498-a9b9-063675a80fd4" providerId="ADAL" clId="{05621D79-C2EA-5A1B-ACEB-D675639ABD86}" dt="2026-06-30T14:15:40.643" v="558" actId="478"/>
          <ac:spMkLst>
            <pc:docMk/>
            <pc:sldMk cId="742570968" sldId="303"/>
            <ac:spMk id="6" creationId="{746919B1-EA28-490C-B155-D6791D9C8A4D}"/>
          </ac:spMkLst>
        </pc:spChg>
        <pc:spChg chg="del">
          <ac:chgData name="Cho, Younghoo" userId="407aac10-30e5-4498-a9b9-063675a80fd4" providerId="ADAL" clId="{05621D79-C2EA-5A1B-ACEB-D675639ABD86}" dt="2026-06-30T14:15:40.643" v="558" actId="478"/>
          <ac:spMkLst>
            <pc:docMk/>
            <pc:sldMk cId="742570968" sldId="303"/>
            <ac:spMk id="7" creationId="{BD967755-8C20-8369-A691-11CD29C0D508}"/>
          </ac:spMkLst>
        </pc:spChg>
        <pc:spChg chg="del">
          <ac:chgData name="Cho, Younghoo" userId="407aac10-30e5-4498-a9b9-063675a80fd4" providerId="ADAL" clId="{05621D79-C2EA-5A1B-ACEB-D675639ABD86}" dt="2026-06-30T14:15:40.643" v="558" actId="478"/>
          <ac:spMkLst>
            <pc:docMk/>
            <pc:sldMk cId="742570968" sldId="303"/>
            <ac:spMk id="8" creationId="{ABCD5AEC-88CE-81AD-0D0B-88A6829D502F}"/>
          </ac:spMkLst>
        </pc:spChg>
        <pc:spChg chg="mod">
          <ac:chgData name="Cho, Younghoo" userId="407aac10-30e5-4498-a9b9-063675a80fd4" providerId="ADAL" clId="{05621D79-C2EA-5A1B-ACEB-D675639ABD86}" dt="2026-06-30T23:23:57.052" v="9407" actId="20577"/>
          <ac:spMkLst>
            <pc:docMk/>
            <pc:sldMk cId="742570968" sldId="303"/>
            <ac:spMk id="990" creationId="{00000000-0000-0000-0000-000000000000}"/>
          </ac:spMkLst>
        </pc:spChg>
        <pc:cxnChg chg="del">
          <ac:chgData name="Cho, Younghoo" userId="407aac10-30e5-4498-a9b9-063675a80fd4" providerId="ADAL" clId="{05621D79-C2EA-5A1B-ACEB-D675639ABD86}" dt="2026-06-30T14:15:40.643" v="558" actId="478"/>
          <ac:cxnSpMkLst>
            <pc:docMk/>
            <pc:sldMk cId="742570968" sldId="303"/>
            <ac:cxnSpMk id="5" creationId="{B445B7C6-03D2-844C-06C0-D8C69728D718}"/>
          </ac:cxnSpMkLst>
        </pc:cxnChg>
      </pc:sldChg>
      <pc:sldChg chg="add del">
        <pc:chgData name="Cho, Younghoo" userId="407aac10-30e5-4498-a9b9-063675a80fd4" providerId="ADAL" clId="{05621D79-C2EA-5A1B-ACEB-D675639ABD86}" dt="2026-06-30T15:25:45.752" v="2313" actId="2696"/>
        <pc:sldMkLst>
          <pc:docMk/>
          <pc:sldMk cId="2451653923" sldId="304"/>
        </pc:sldMkLst>
      </pc:sldChg>
    </pc:docChg>
  </pc:docChgLst>
  <pc:docChgLst>
    <pc:chgData name="Yu,Ziwen" userId="S::ziwen.yu@ufl.edu::687bc0b4-638e-41a5-afb6-26d938471187" providerId="AD" clId="Web-{287849DB-D6A5-4D0F-C3A4-3C95884B8530}"/>
    <pc:docChg chg="mod">
      <pc:chgData name="Yu,Ziwen" userId="S::ziwen.yu@ufl.edu::687bc0b4-638e-41a5-afb6-26d938471187" providerId="AD" clId="Web-{287849DB-D6A5-4D0F-C3A4-3C95884B8530}" dt="2026-07-01T02:55:22.609" v="0"/>
      <pc:docMkLst>
        <pc:docMk/>
      </pc:docMkLst>
    </pc:docChg>
  </pc:docChgLst>
  <pc:docChgLst>
    <pc:chgData name="Cho, Younghoo" userId="407aac10-30e5-4498-a9b9-063675a80fd4" providerId="ADAL" clId="{EDE7ABB0-FC0C-4EA3-A641-413256D02837}"/>
    <pc:docChg chg="undo custSel modSld">
      <pc:chgData name="Cho, Younghoo" userId="407aac10-30e5-4498-a9b9-063675a80fd4" providerId="ADAL" clId="{EDE7ABB0-FC0C-4EA3-A641-413256D02837}" dt="2026-07-01T09:50:21.163" v="64" actId="20577"/>
      <pc:docMkLst>
        <pc:docMk/>
      </pc:docMkLst>
      <pc:sldChg chg="modNotesTx">
        <pc:chgData name="Cho, Younghoo" userId="407aac10-30e5-4498-a9b9-063675a80fd4" providerId="ADAL" clId="{EDE7ABB0-FC0C-4EA3-A641-413256D02837}" dt="2026-06-30T10:57:24.721" v="15" actId="20577"/>
        <pc:sldMkLst>
          <pc:docMk/>
          <pc:sldMk cId="0" sldId="258"/>
        </pc:sldMkLst>
      </pc:sldChg>
      <pc:sldChg chg="modNotesTx">
        <pc:chgData name="Cho, Younghoo" userId="407aac10-30e5-4498-a9b9-063675a80fd4" providerId="ADAL" clId="{EDE7ABB0-FC0C-4EA3-A641-413256D02837}" dt="2026-06-30T10:57:33.132" v="24" actId="20577"/>
        <pc:sldMkLst>
          <pc:docMk/>
          <pc:sldMk cId="0" sldId="260"/>
        </pc:sldMkLst>
      </pc:sldChg>
      <pc:sldChg chg="modSp mod">
        <pc:chgData name="Cho, Younghoo" userId="407aac10-30e5-4498-a9b9-063675a80fd4" providerId="ADAL" clId="{EDE7ABB0-FC0C-4EA3-A641-413256D02837}" dt="2026-07-01T08:57:54.277" v="32" actId="20577"/>
        <pc:sldMkLst>
          <pc:docMk/>
          <pc:sldMk cId="0" sldId="263"/>
        </pc:sldMkLst>
        <pc:spChg chg="mod">
          <ac:chgData name="Cho, Younghoo" userId="407aac10-30e5-4498-a9b9-063675a80fd4" providerId="ADAL" clId="{EDE7ABB0-FC0C-4EA3-A641-413256D02837}" dt="2026-07-01T08:57:54.277" v="32" actId="20577"/>
          <ac:spMkLst>
            <pc:docMk/>
            <pc:sldMk cId="0" sldId="263"/>
            <ac:spMk id="3" creationId="{00000000-0000-0000-0000-000000000000}"/>
          </ac:spMkLst>
        </pc:spChg>
      </pc:sldChg>
      <pc:sldChg chg="modSp mod">
        <pc:chgData name="Cho, Younghoo" userId="407aac10-30e5-4498-a9b9-063675a80fd4" providerId="ADAL" clId="{EDE7ABB0-FC0C-4EA3-A641-413256D02837}" dt="2026-07-01T09:19:24.713" v="52" actId="20577"/>
        <pc:sldMkLst>
          <pc:docMk/>
          <pc:sldMk cId="0" sldId="267"/>
        </pc:sldMkLst>
        <pc:spChg chg="mod">
          <ac:chgData name="Cho, Younghoo" userId="407aac10-30e5-4498-a9b9-063675a80fd4" providerId="ADAL" clId="{EDE7ABB0-FC0C-4EA3-A641-413256D02837}" dt="2026-07-01T09:19:24.713" v="52" actId="20577"/>
          <ac:spMkLst>
            <pc:docMk/>
            <pc:sldMk cId="0" sldId="267"/>
            <ac:spMk id="7" creationId="{00000000-0000-0000-0000-000000000000}"/>
          </ac:spMkLst>
        </pc:spChg>
      </pc:sldChg>
      <pc:sldChg chg="modSp mod">
        <pc:chgData name="Cho, Younghoo" userId="407aac10-30e5-4498-a9b9-063675a80fd4" providerId="ADAL" clId="{EDE7ABB0-FC0C-4EA3-A641-413256D02837}" dt="2026-07-01T09:16:25.230" v="37" actId="20577"/>
        <pc:sldMkLst>
          <pc:docMk/>
          <pc:sldMk cId="0" sldId="268"/>
        </pc:sldMkLst>
        <pc:spChg chg="mod">
          <ac:chgData name="Cho, Younghoo" userId="407aac10-30e5-4498-a9b9-063675a80fd4" providerId="ADAL" clId="{EDE7ABB0-FC0C-4EA3-A641-413256D02837}" dt="2026-07-01T09:13:45.133" v="34" actId="20577"/>
          <ac:spMkLst>
            <pc:docMk/>
            <pc:sldMk cId="0" sldId="268"/>
            <ac:spMk id="3" creationId="{00000000-0000-0000-0000-000000000000}"/>
          </ac:spMkLst>
        </pc:spChg>
        <pc:spChg chg="mod">
          <ac:chgData name="Cho, Younghoo" userId="407aac10-30e5-4498-a9b9-063675a80fd4" providerId="ADAL" clId="{EDE7ABB0-FC0C-4EA3-A641-413256D02837}" dt="2026-07-01T09:16:25.230" v="37" actId="20577"/>
          <ac:spMkLst>
            <pc:docMk/>
            <pc:sldMk cId="0" sldId="268"/>
            <ac:spMk id="4" creationId="{00000000-0000-0000-0000-000000000000}"/>
          </ac:spMkLst>
        </pc:spChg>
      </pc:sldChg>
      <pc:sldChg chg="modSp mod">
        <pc:chgData name="Cho, Younghoo" userId="407aac10-30e5-4498-a9b9-063675a80fd4" providerId="ADAL" clId="{EDE7ABB0-FC0C-4EA3-A641-413256D02837}" dt="2026-07-01T09:22:03.614" v="60" actId="20577"/>
        <pc:sldMkLst>
          <pc:docMk/>
          <pc:sldMk cId="0" sldId="271"/>
        </pc:sldMkLst>
        <pc:spChg chg="mod">
          <ac:chgData name="Cho, Younghoo" userId="407aac10-30e5-4498-a9b9-063675a80fd4" providerId="ADAL" clId="{EDE7ABB0-FC0C-4EA3-A641-413256D02837}" dt="2026-07-01T09:22:03.614" v="60" actId="20577"/>
          <ac:spMkLst>
            <pc:docMk/>
            <pc:sldMk cId="0" sldId="271"/>
            <ac:spMk id="4" creationId="{00000000-0000-0000-0000-000000000000}"/>
          </ac:spMkLst>
        </pc:spChg>
      </pc:sldChg>
      <pc:sldChg chg="modSp mod">
        <pc:chgData name="Cho, Younghoo" userId="407aac10-30e5-4498-a9b9-063675a80fd4" providerId="ADAL" clId="{EDE7ABB0-FC0C-4EA3-A641-413256D02837}" dt="2026-07-01T09:50:21.163" v="64" actId="20577"/>
        <pc:sldMkLst>
          <pc:docMk/>
          <pc:sldMk cId="0" sldId="287"/>
        </pc:sldMkLst>
        <pc:spChg chg="mod">
          <ac:chgData name="Cho, Younghoo" userId="407aac10-30e5-4498-a9b9-063675a80fd4" providerId="ADAL" clId="{EDE7ABB0-FC0C-4EA3-A641-413256D02837}" dt="2026-07-01T09:50:21.163" v="64" actId="20577"/>
          <ac:spMkLst>
            <pc:docMk/>
            <pc:sldMk cId="0" sldId="287"/>
            <ac:spMk id="3" creationId="{00000000-0000-0000-0000-000000000000}"/>
          </ac:spMkLst>
        </pc:spChg>
      </pc:sldChg>
      <pc:sldChg chg="modNotesTx">
        <pc:chgData name="Cho, Younghoo" userId="407aac10-30e5-4498-a9b9-063675a80fd4" providerId="ADAL" clId="{EDE7ABB0-FC0C-4EA3-A641-413256D02837}" dt="2026-06-30T10:54:44.371" v="10" actId="20577"/>
        <pc:sldMkLst>
          <pc:docMk/>
          <pc:sldMk cId="0" sldId="302"/>
        </pc:sldMkLst>
      </pc:sldChg>
    </pc:docChg>
  </pc:docChgLst>
</pc:chgInfo>
</file>

<file path=ppt/comments/modernComment_10A_0.xml><?xml version="1.0" encoding="utf-8"?>
<p188:cmLst xmlns:a="http://schemas.openxmlformats.org/drawingml/2006/main" xmlns:r="http://schemas.openxmlformats.org/officeDocument/2006/relationships" xmlns:p188="http://schemas.microsoft.com/office/powerpoint/2018/8/main">
  <p188:cm id="{F18235FA-1BDB-43FF-865B-AF1CA1FF4A59}" authorId="{FE9AEE1D-A336-5B5C-A046-6B1975EAAC8D}" created="2026-07-01T02:55:22.609">
    <ac:txMkLst xmlns:ac="http://schemas.microsoft.com/office/drawing/2013/main/command">
      <pc:docMk xmlns:pc="http://schemas.microsoft.com/office/powerpoint/2013/main/command"/>
      <pc:sldMk xmlns:pc="http://schemas.microsoft.com/office/powerpoint/2013/main/command" cId="0" sldId="266"/>
      <ac:spMk id="3" creationId="{00000000-0000-0000-0000-000000000000}"/>
      <ac:txMk cp="4" len="13">
        <ac:context len="247" hash="315685380"/>
      </ac:txMk>
    </ac:txMkLst>
    <p188:pos x="1665922" y="122872"/>
    <p188:txBody>
      <a:bodyPr/>
      <a:lstStyle/>
      <a:p>
        <a:r>
          <a:rPr lang="en-US"/>
          <a:t>Give citation of your paper.</a:t>
        </a:r>
      </a:p>
    </p188:txBody>
  </p188:cm>
</p188:cmLst>
</file>

<file path=ppt/comments/modernComment_11A_0.xml><?xml version="1.0" encoding="utf-8"?>
<p188:cmLst xmlns:a="http://schemas.openxmlformats.org/drawingml/2006/main" xmlns:r="http://schemas.openxmlformats.org/officeDocument/2006/relationships" xmlns:p188="http://schemas.microsoft.com/office/powerpoint/2018/8/main">
  <p188:cm id="{01CDCB7A-400E-4941-BE8C-6AB39A16A70A}" authorId="{FE9AEE1D-A336-5B5C-A046-6B1975EAAC8D}" created="2026-07-01T02:59:41.910">
    <ac:deMkLst xmlns:ac="http://schemas.microsoft.com/office/drawing/2013/main/command">
      <pc:docMk xmlns:pc="http://schemas.microsoft.com/office/powerpoint/2013/main/command"/>
      <pc:sldMk xmlns:pc="http://schemas.microsoft.com/office/powerpoint/2013/main/command" cId="0" sldId="282"/>
      <ac:picMk id="7" creationId="{F4B3F6E9-EC07-EA9A-D927-30EABE1D8768}"/>
    </ac:deMkLst>
    <p188:txBody>
      <a:bodyPr/>
      <a:lstStyle/>
      <a:p>
        <a:r>
          <a:rPr lang="en-US"/>
          <a:t>show some results here.</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F6606C48-D0EF-434B-9677-9992EE52D34C}" authorId="{FE9AEE1D-A336-5B5C-A046-6B1975EAAC8D}" created="2026-07-01T02:57:44.792">
    <ac:deMkLst xmlns:ac="http://schemas.microsoft.com/office/drawing/2013/main/command">
      <pc:docMk xmlns:pc="http://schemas.microsoft.com/office/powerpoint/2013/main/command"/>
      <pc:sldMk xmlns:pc="http://schemas.microsoft.com/office/powerpoint/2013/main/command" cId="0" sldId="276"/>
      <ac:picMk id="950" creationId="{00000000-0000-0000-0000-000000000000}"/>
    </ac:deMkLst>
    <p188:txBody>
      <a:bodyPr/>
      <a:lstStyle/>
      <a:p>
        <a:r>
          <a:rPr lang="en-US"/>
          <a:t>You need to show some results here from your dissertation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eaLnBrk="1" hangingPunct="1">
              <a:defRPr sz="1200">
                <a:latin typeface="Rockwell" charset="0"/>
                <a:ea typeface="ＭＳ Ｐゴシック" charset="0"/>
                <a:cs typeface="ＭＳ Ｐゴシック" charset="0"/>
              </a:defRPr>
            </a:lvl1pPr>
          </a:lstStyle>
          <a:p>
            <a:pPr>
              <a:defRPr/>
            </a:pPr>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EAC6E28A-33A3-DB4F-9F93-D3B0C6596826}" type="datetimeFigureOut">
              <a:rPr lang="en-US"/>
              <a:pPr>
                <a:defRPr/>
              </a:pPr>
              <a:t>7/1/2026</a:t>
            </a:fld>
            <a:endParaRPr lang="en-US"/>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eaLnBrk="1" hangingPunct="1">
              <a:defRPr sz="1200">
                <a:latin typeface="Rockwell" charset="0"/>
                <a:ea typeface="ＭＳ Ｐゴシック" charset="0"/>
                <a:cs typeface="ＭＳ Ｐゴシック" charset="0"/>
              </a:defRPr>
            </a:lvl1pPr>
          </a:lstStyle>
          <a:p>
            <a:pPr>
              <a:defRPr/>
            </a:pPr>
            <a:endParaRPr lang="en-US"/>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C965ECB-F284-854D-818F-5BC971CC7BF3}" type="slidenum">
              <a:rPr lang="en-US"/>
              <a:pPr>
                <a:defRPr/>
              </a:pPr>
              <a:t>‹#›</a:t>
            </a:fld>
            <a:endParaRPr lang="en-US"/>
          </a:p>
        </p:txBody>
      </p:sp>
    </p:spTree>
    <p:extLst>
      <p:ext uri="{BB962C8B-B14F-4D97-AF65-F5344CB8AC3E}">
        <p14:creationId xmlns:p14="http://schemas.microsoft.com/office/powerpoint/2010/main" val="263344975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5180013" y="0"/>
            <a:ext cx="3962400" cy="3429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defRPr>
            </a:lvl1pPr>
          </a:lstStyle>
          <a:p>
            <a:pPr>
              <a:defRPr/>
            </a:pPr>
            <a:fld id="{0F85DB7A-A5FF-C04A-A4AA-98B39292EA77}" type="datetimeFigureOut">
              <a:rPr lang="en-US"/>
              <a:pPr>
                <a:defRPr/>
              </a:pPr>
              <a:t>7/1/2026</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defRPr>
            </a:lvl1pPr>
          </a:lstStyle>
          <a:p>
            <a:pPr>
              <a:defRPr/>
            </a:pPr>
            <a:fld id="{1A60B8F3-4DE0-044E-A0D2-83BDE6C791D5}" type="slidenum">
              <a:rPr lang="en-US"/>
              <a:pPr>
                <a:defRPr/>
              </a:pPr>
              <a:t>‹#›</a:t>
            </a:fld>
            <a:endParaRPr lang="en-US"/>
          </a:p>
        </p:txBody>
      </p:sp>
    </p:spTree>
    <p:extLst>
      <p:ext uri="{BB962C8B-B14F-4D97-AF65-F5344CB8AC3E}">
        <p14:creationId xmlns:p14="http://schemas.microsoft.com/office/powerpoint/2010/main" val="245564983"/>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Good morning, everyone, and thank you for being here. My name is Younghoo Cho, and today I am defending my dissertation, </a:t>
            </a:r>
            <a:r>
              <a:rPr lang="en-US" i="1" dirty="0"/>
              <a:t>Trustworthy Sharing of Agricultural Data: Verifying a File's Origin and Transformation History</a:t>
            </a:r>
            <a:r>
              <a:rPr lang="en-US" dirty="0"/>
              <a:t>. I want to thank my advisor, Dr. Yu, my co-advisor, Dr. </a:t>
            </a:r>
            <a:r>
              <a:rPr lang="en-US" dirty="0" err="1"/>
              <a:t>Ampatzidis</a:t>
            </a:r>
            <a:r>
              <a:rPr lang="en-US" dirty="0"/>
              <a:t>, and the rest of my committee for their guidance throughout this work. Let me begin.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often hear about trust issues in agriculture, and many studies have proposed solutions </a:t>
            </a:r>
            <a:r>
              <a:rPr lang="en-US"/>
              <a:t>for </a:t>
            </a:r>
            <a:r>
              <a:rPr lang="en-US" dirty="0"/>
              <a:t>different situations. However, these efforts usually address individual cases without first defining what </a:t>
            </a:r>
            <a:r>
              <a:rPr lang="en-US"/>
              <a:t>the </a:t>
            </a:r>
            <a:r>
              <a:rPr lang="en-US" dirty="0"/>
              <a:t>trust problem actually is or identifying its underlying cause</a:t>
            </a:r>
            <a:r>
              <a:rPr lang="en-US"/>
              <a:t>.</a:t>
            </a:r>
            <a:endParaRPr lang="en-US" dirty="0"/>
          </a:p>
          <a:p>
            <a:r>
              <a:rPr lang="en-US" dirty="0"/>
              <a:t>In this dissertation</a:t>
            </a:r>
            <a:r>
              <a:rPr lang="en-US"/>
              <a:t>, </a:t>
            </a:r>
            <a:r>
              <a:rPr lang="en-US" dirty="0"/>
              <a:t>I studied trust from the perspective of agricultural data sharing. I ask two questions: Why can't shared </a:t>
            </a:r>
            <a:r>
              <a:rPr lang="en-US"/>
              <a:t>agricultural data </a:t>
            </a:r>
            <a:r>
              <a:rPr lang="en-US" dirty="0"/>
              <a:t>always be trusted? And why </a:t>
            </a:r>
            <a:r>
              <a:rPr lang="en-US"/>
              <a:t>is agriculture a </a:t>
            </a:r>
            <a:r>
              <a:rPr lang="en-US" dirty="0"/>
              <a:t>more challenging environment for trustworthy data sharing </a:t>
            </a:r>
            <a:r>
              <a:rPr lang="en-US"/>
              <a:t>than other sectors</a:t>
            </a:r>
            <a:r>
              <a:rPr lang="en-US" dirty="0"/>
              <a:t> that have already addressed similar problems?</a:t>
            </a:r>
          </a:p>
          <a:p>
            <a:r>
              <a:rPr lang="en-US" dirty="0"/>
              <a:t>Through this literature review</a:t>
            </a:r>
            <a:r>
              <a:rPr lang="en-US"/>
              <a:t>, </a:t>
            </a:r>
            <a:r>
              <a:rPr lang="en-US" dirty="0"/>
              <a:t>I found that </a:t>
            </a:r>
            <a:r>
              <a:rPr lang="en-US"/>
              <a:t>the </a:t>
            </a:r>
            <a:r>
              <a:rPr lang="en-US" dirty="0"/>
              <a:t>core challenge is an infrastructure problem</a:t>
            </a:r>
            <a:r>
              <a:rPr lang="en-US"/>
              <a:t>. </a:t>
            </a:r>
            <a:r>
              <a:rPr lang="en-US" dirty="0"/>
              <a:t>To address it</a:t>
            </a:r>
            <a:r>
              <a:rPr lang="en-US"/>
              <a:t>, </a:t>
            </a:r>
            <a:r>
              <a:rPr lang="en-US" dirty="0"/>
              <a:t>I developed three infrastructure components. Chapter 3 introduces </a:t>
            </a:r>
            <a:r>
              <a:rPr lang="en-US"/>
              <a:t>the </a:t>
            </a:r>
            <a:r>
              <a:rPr lang="en-US" dirty="0"/>
              <a:t>first </a:t>
            </a:r>
            <a:r>
              <a:rPr lang="en-US"/>
              <a:t>two </a:t>
            </a:r>
            <a:r>
              <a:rPr lang="en-US" dirty="0"/>
              <a:t>components, Chapter 4 develops </a:t>
            </a:r>
            <a:r>
              <a:rPr lang="en-US"/>
              <a:t>the </a:t>
            </a:r>
            <a:r>
              <a:rPr lang="en-US" dirty="0"/>
              <a:t>third</a:t>
            </a:r>
            <a:r>
              <a:rPr lang="en-US"/>
              <a:t>, and </a:t>
            </a:r>
            <a:r>
              <a:rPr lang="en-US" dirty="0"/>
              <a:t>Chapter 5 integrates all three into </a:t>
            </a:r>
            <a:r>
              <a:rPr lang="en-US"/>
              <a:t>a </a:t>
            </a:r>
            <a:r>
              <a:rPr lang="en-US" dirty="0"/>
              <a:t>unified platform and demonstrates it through an end-to-end agricultural carbon credit scenario</a:t>
            </a:r>
            <a:r>
              <a:rPr lang="en-US"/>
              <a:t>.</a:t>
            </a:r>
            <a:endParaRPr lang="en-US" dirty="0"/>
          </a:p>
          <a:p>
            <a:r>
              <a:rPr lang="en-US" dirty="0"/>
              <a:t>Finally, I'll discuss what this platform establishes and</a:t>
            </a:r>
            <a:r>
              <a:rPr lang="en-US"/>
              <a:t>, </a:t>
            </a:r>
            <a:r>
              <a:rPr lang="en-US" dirty="0"/>
              <a:t>just as importantly</a:t>
            </a:r>
            <a:r>
              <a:rPr lang="en-US"/>
              <a:t>, </a:t>
            </a:r>
            <a:r>
              <a:rPr lang="en-US" dirty="0"/>
              <a:t>what it is intentionally not designed </a:t>
            </a:r>
            <a:r>
              <a:rPr lang="en-US"/>
              <a:t>to </a:t>
            </a:r>
            <a:r>
              <a:rPr lang="en-US" dirty="0"/>
              <a:t>establish</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2A16-796A-EBD7-8870-475377354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B73C4C-9AD4-D0CA-43A7-7E258793C02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B28ABEC-3989-3B81-3A58-0C30C93FC66E}"/>
              </a:ext>
            </a:extLst>
          </p:cNvPr>
          <p:cNvSpPr>
            <a:spLocks noGrp="1"/>
          </p:cNvSpPr>
          <p:nvPr>
            <p:ph type="body" sz="quarter" idx="3"/>
          </p:nvPr>
        </p:nvSpPr>
        <p:spPr/>
        <p:txBody>
          <a:bodyPr/>
          <a:lstStyle/>
          <a:p>
            <a:r>
              <a:rPr lang="en-US"/>
              <a:t>Let me start with </a:t>
            </a:r>
            <a:r>
              <a:rPr lang="en-US" dirty="0"/>
              <a:t>a simple situation. We go to </a:t>
            </a:r>
            <a:r>
              <a:rPr lang="en-US"/>
              <a:t>the </a:t>
            </a:r>
            <a:r>
              <a:rPr lang="en-US" dirty="0"/>
              <a:t>store, and we want to buy organic</a:t>
            </a:r>
            <a:r>
              <a:rPr lang="en-US"/>
              <a:t>. </a:t>
            </a:r>
            <a:r>
              <a:rPr lang="en-US" dirty="0"/>
              <a:t>But how do we actually know it is organic? We cannot see how </a:t>
            </a:r>
            <a:r>
              <a:rPr lang="en-US"/>
              <a:t>it</a:t>
            </a:r>
            <a:r>
              <a:rPr lang="en-US" dirty="0"/>
              <a:t> was grown. So we check the label</a:t>
            </a:r>
            <a:r>
              <a:rPr lang="en-US"/>
              <a:t>. </a:t>
            </a:r>
            <a:r>
              <a:rPr lang="en-US" dirty="0"/>
              <a:t>And the label is really a record, a record of what was done to that food, by whom.</a:t>
            </a:r>
          </a:p>
          <a:p>
            <a:r>
              <a:rPr lang="en-US" dirty="0"/>
              <a:t>So here is </a:t>
            </a:r>
            <a:r>
              <a:rPr lang="en-US"/>
              <a:t>the </a:t>
            </a:r>
            <a:r>
              <a:rPr lang="en-US" dirty="0"/>
              <a:t>point. We do not trust </a:t>
            </a:r>
            <a:r>
              <a:rPr lang="en-US"/>
              <a:t>the </a:t>
            </a:r>
            <a:r>
              <a:rPr lang="en-US" dirty="0"/>
              <a:t>food directly. We trust </a:t>
            </a:r>
            <a:r>
              <a:rPr lang="en-US"/>
              <a:t>the </a:t>
            </a:r>
            <a:r>
              <a:rPr lang="en-US" dirty="0"/>
              <a:t>record behind </a:t>
            </a:r>
            <a:r>
              <a:rPr lang="en-US"/>
              <a:t>it</a:t>
            </a:r>
            <a:r>
              <a:rPr lang="en-US" dirty="0"/>
              <a:t>. And we can</a:t>
            </a:r>
            <a:r>
              <a:rPr lang="en-US"/>
              <a:t> only </a:t>
            </a:r>
            <a:r>
              <a:rPr lang="en-US" dirty="0"/>
              <a:t>trust that record if we know </a:t>
            </a:r>
            <a:r>
              <a:rPr lang="en-US"/>
              <a:t>where it came from</a:t>
            </a:r>
            <a:r>
              <a:rPr lang="en-US" dirty="0"/>
              <a:t>.</a:t>
            </a:r>
          </a:p>
          <a:p>
            <a:r>
              <a:rPr lang="en-US" dirty="0"/>
              <a:t>Now</a:t>
            </a:r>
            <a:r>
              <a:rPr lang="en-US"/>
              <a:t>, in agriculture, that </a:t>
            </a:r>
            <a:r>
              <a:rPr lang="en-US" dirty="0"/>
              <a:t>record is data</a:t>
            </a:r>
            <a:r>
              <a:rPr lang="en-US"/>
              <a:t>, and it </a:t>
            </a:r>
            <a:r>
              <a:rPr lang="en-US" dirty="0"/>
              <a:t>does not come from one place. It </a:t>
            </a:r>
            <a:r>
              <a:rPr lang="en-US"/>
              <a:t>is </a:t>
            </a:r>
            <a:r>
              <a:rPr lang="en-US" dirty="0"/>
              <a:t>built and passed along a whole chain of organizations</a:t>
            </a:r>
            <a:r>
              <a:rPr lang="en-US"/>
              <a:t>. </a:t>
            </a:r>
            <a:r>
              <a:rPr lang="en-US" dirty="0"/>
              <a:t>So </a:t>
            </a:r>
            <a:r>
              <a:rPr lang="en-US"/>
              <a:t>the </a:t>
            </a:r>
            <a:r>
              <a:rPr lang="en-US" dirty="0"/>
              <a:t>question is simple: what happens </a:t>
            </a:r>
            <a:r>
              <a:rPr lang="en-US"/>
              <a:t>to that </a:t>
            </a:r>
            <a:r>
              <a:rPr lang="en-US" dirty="0"/>
              <a:t>data once it leaves the farm?</a:t>
            </a:r>
          </a:p>
        </p:txBody>
      </p:sp>
      <p:sp>
        <p:nvSpPr>
          <p:cNvPr id="4" name="Slide Number Placeholder 3">
            <a:extLst>
              <a:ext uri="{FF2B5EF4-FFF2-40B4-BE49-F238E27FC236}">
                <a16:creationId xmlns:a16="http://schemas.microsoft.com/office/drawing/2014/main" id="{0715F33A-4A22-1ABF-3023-D754728AFC30}"/>
              </a:ext>
            </a:extLst>
          </p:cNvPr>
          <p:cNvSpPr>
            <a:spLocks noGrp="1"/>
          </p:cNvSpPr>
          <p:nvPr>
            <p:ph type="sldNum" sz="quarter" idx="5"/>
          </p:nvPr>
        </p:nvSpPr>
        <p:spPr/>
      </p:sp>
    </p:spTree>
    <p:extLst>
      <p:ext uri="{BB962C8B-B14F-4D97-AF65-F5344CB8AC3E}">
        <p14:creationId xmlns:p14="http://schemas.microsoft.com/office/powerpoint/2010/main" val="3594260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Data moves from one organization to the next, on its way to you. Some of these steps do get recorded. But here is the real problem. Recording is not required in agriculture. No one is forced to do it. So some steps get logged, and some do not. And the moment one step is missing, there is no way to tell where the file came from. We are left with missing records, and no way to check the origin.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Healthcare and finance faced </a:t>
            </a:r>
            <a:r>
              <a:rPr lang="en-US"/>
              <a:t>the </a:t>
            </a:r>
            <a:r>
              <a:rPr lang="en-US" dirty="0"/>
              <a:t>same data sharing trust problem</a:t>
            </a:r>
            <a:r>
              <a:rPr lang="en-US"/>
              <a:t>, </a:t>
            </a:r>
            <a:r>
              <a:rPr lang="en-US" dirty="0"/>
              <a:t>and they standardized data sharing to see </a:t>
            </a:r>
            <a:r>
              <a:rPr lang="en-US"/>
              <a:t>the </a:t>
            </a:r>
            <a:r>
              <a:rPr lang="en-US" dirty="0"/>
              <a:t>entire lifecycle. Where participation is required, trust </a:t>
            </a:r>
            <a:r>
              <a:rPr lang="en-US"/>
              <a:t>is </a:t>
            </a:r>
            <a:r>
              <a:rPr lang="en-US" dirty="0"/>
              <a:t>built on four things. Participation: every organization that touches the data must take part, by mandate. Coverage</a:t>
            </a:r>
            <a:r>
              <a:rPr lang="en-US"/>
              <a:t>: the </a:t>
            </a:r>
            <a:r>
              <a:rPr lang="en-US" dirty="0"/>
              <a:t>rules reach every step, from </a:t>
            </a:r>
            <a:r>
              <a:rPr lang="en-US"/>
              <a:t>the </a:t>
            </a:r>
            <a:r>
              <a:rPr lang="en-US" dirty="0"/>
              <a:t>very start to </a:t>
            </a:r>
            <a:r>
              <a:rPr lang="en-US"/>
              <a:t>the </a:t>
            </a:r>
            <a:r>
              <a:rPr lang="en-US" dirty="0"/>
              <a:t>very end, </a:t>
            </a:r>
            <a:r>
              <a:rPr lang="en-US"/>
              <a:t>with </a:t>
            </a:r>
            <a:r>
              <a:rPr lang="en-US" dirty="0"/>
              <a:t>no gaps. Standards: everyone sends data </a:t>
            </a:r>
            <a:r>
              <a:rPr lang="en-US"/>
              <a:t>the </a:t>
            </a:r>
            <a:r>
              <a:rPr lang="en-US" dirty="0"/>
              <a:t>same agreed way</a:t>
            </a:r>
            <a:r>
              <a:rPr lang="en-US"/>
              <a:t>, </a:t>
            </a:r>
            <a:r>
              <a:rPr lang="en-US" dirty="0"/>
              <a:t>so </a:t>
            </a:r>
            <a:r>
              <a:rPr lang="en-US"/>
              <a:t>the </a:t>
            </a:r>
            <a:r>
              <a:rPr lang="en-US" dirty="0"/>
              <a:t>records line up</a:t>
            </a:r>
            <a:r>
              <a:rPr lang="en-US"/>
              <a:t>. And </a:t>
            </a:r>
            <a:r>
              <a:rPr lang="en-US" dirty="0"/>
              <a:t>infrastructure: every record sits on one shared system. When all four of these hold at once</a:t>
            </a:r>
            <a:r>
              <a:rPr lang="en-US"/>
              <a:t>, </a:t>
            </a:r>
            <a:r>
              <a:rPr lang="en-US" dirty="0"/>
              <a:t>you can trust </a:t>
            </a:r>
            <a:r>
              <a:rPr lang="en-US"/>
              <a:t>the </a:t>
            </a:r>
            <a:r>
              <a:rPr lang="en-US" dirty="0"/>
              <a:t>data</a:t>
            </a:r>
            <a:r>
              <a:rPr lang="en-US"/>
              <a:t>, </a:t>
            </a:r>
            <a:r>
              <a:rPr lang="en-US" dirty="0"/>
              <a:t>because </a:t>
            </a:r>
            <a:r>
              <a:rPr lang="en-US"/>
              <a:t>the </a:t>
            </a:r>
            <a:r>
              <a:rPr lang="en-US" dirty="0"/>
              <a:t>system around it is closed and complete</a:t>
            </a:r>
            <a:r>
              <a:rPr lang="en-US"/>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However, in agriculture, that first one is exactly the one that is missing</a:t>
            </a:r>
            <a:r>
              <a:rPr lang="en-US"/>
              <a:t>. </a:t>
            </a:r>
            <a:r>
              <a:rPr lang="en-US" dirty="0"/>
              <a:t>Participation is </a:t>
            </a:r>
            <a:r>
              <a:rPr lang="en-US"/>
              <a:t>voluntary, and </a:t>
            </a:r>
            <a:r>
              <a:rPr lang="en-US" dirty="0"/>
              <a:t>once it is, the other three break with it. Coverage becomes partial, because organizations can stay out. </a:t>
            </a:r>
            <a:r>
              <a:rPr lang="en-US" b="1" dirty="0"/>
              <a:t>A farmer who does not want to share, or a small provider in the middle of the chain, simply does not join, and that step goes dark.</a:t>
            </a:r>
            <a:r>
              <a:rPr lang="en-US"/>
              <a:t> </a:t>
            </a:r>
            <a:r>
              <a:rPr lang="en-US" dirty="0"/>
              <a:t>Standards become fragmented, because no shared rule forces everyone </a:t>
            </a:r>
            <a:r>
              <a:rPr lang="en-US"/>
              <a:t>to record </a:t>
            </a:r>
            <a:r>
              <a:rPr lang="en-US" dirty="0"/>
              <a:t>data the same way. And there </a:t>
            </a:r>
            <a:r>
              <a:rPr lang="en-US"/>
              <a:t>is </a:t>
            </a:r>
            <a:r>
              <a:rPr lang="en-US" dirty="0"/>
              <a:t>no common infrastructure: </a:t>
            </a:r>
            <a:r>
              <a:rPr lang="en-US" b="1" dirty="0"/>
              <a:t>each company keeps its data in its own system, its own cloud or database, with nothing linking them into one shared record.</a:t>
            </a:r>
            <a:r>
              <a:rPr lang="en-US"/>
              <a:t> So the </a:t>
            </a:r>
            <a:r>
              <a:rPr lang="en-US" dirty="0"/>
              <a:t>approaches that work so well in those other sectors do not transfer</a:t>
            </a:r>
            <a:r>
              <a:rPr lang="en-US"/>
              <a:t>.</a:t>
            </a:r>
            <a:r>
              <a:rPr lang="en-US" dirty="0"/>
              <a:t>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We see the same data sharing trust problem </a:t>
            </a:r>
            <a:r>
              <a:rPr lang="en-US"/>
              <a:t>in the </a:t>
            </a:r>
            <a:r>
              <a:rPr lang="en-US" dirty="0"/>
              <a:t>agricultural carbon market</a:t>
            </a:r>
            <a:r>
              <a:rPr lang="en-US"/>
              <a:t>. </a:t>
            </a:r>
            <a:r>
              <a:rPr lang="en-US" dirty="0"/>
              <a:t>Big companies buy </a:t>
            </a:r>
            <a:r>
              <a:rPr lang="en-US"/>
              <a:t>carbon </a:t>
            </a:r>
            <a:r>
              <a:rPr lang="en-US" dirty="0"/>
              <a:t>credits to claim net zero, and the money flows back to farmers for sustainable practices. On paper, it sounds ideal.</a:t>
            </a:r>
          </a:p>
          <a:p>
            <a:r>
              <a:rPr lang="en-US" dirty="0"/>
              <a:t>But this market is voluntary, so there </a:t>
            </a:r>
            <a:r>
              <a:rPr lang="en-US"/>
              <a:t>is </a:t>
            </a:r>
            <a:r>
              <a:rPr lang="en-US" dirty="0"/>
              <a:t>no single required method for collecting the </a:t>
            </a:r>
            <a:r>
              <a:rPr lang="en-US"/>
              <a:t>field data</a:t>
            </a:r>
            <a:r>
              <a:rPr lang="en-US" dirty="0"/>
              <a:t> or calculating the carbon reduction</a:t>
            </a:r>
            <a:r>
              <a:rPr lang="en-US"/>
              <a:t>. </a:t>
            </a:r>
            <a:r>
              <a:rPr lang="en-US" dirty="0"/>
              <a:t>Every </a:t>
            </a:r>
            <a:r>
              <a:rPr lang="en-US"/>
              <a:t>project developer </a:t>
            </a:r>
            <a:r>
              <a:rPr lang="en-US" dirty="0"/>
              <a:t>collects and computes it their own way</a:t>
            </a:r>
            <a:r>
              <a:rPr lang="en-US"/>
              <a:t>. </a:t>
            </a:r>
            <a:r>
              <a:rPr lang="en-US" dirty="0"/>
              <a:t>The same farm activity can produce </a:t>
            </a:r>
            <a:r>
              <a:rPr lang="en-US"/>
              <a:t>a </a:t>
            </a:r>
            <a:r>
              <a:rPr lang="en-US" dirty="0"/>
              <a:t>different credit, depending on who measures </a:t>
            </a:r>
            <a:r>
              <a:rPr lang="en-US"/>
              <a:t>it, </a:t>
            </a:r>
            <a:r>
              <a:rPr lang="en-US" dirty="0"/>
              <a:t>what data they collect, </a:t>
            </a:r>
            <a:r>
              <a:rPr lang="en-US"/>
              <a:t>and </a:t>
            </a:r>
            <a:r>
              <a:rPr lang="en-US" dirty="0"/>
              <a:t>what method they use to calculate</a:t>
            </a:r>
            <a:r>
              <a:rPr lang="en-US"/>
              <a:t>.</a:t>
            </a:r>
            <a:endParaRPr lang="en-US" dirty="0"/>
          </a:p>
          <a:p>
            <a:r>
              <a:rPr lang="en-US"/>
              <a:t>The </a:t>
            </a:r>
            <a:r>
              <a:rPr lang="en-US" dirty="0"/>
              <a:t>farmer gets paid, but cannot tell if the amount </a:t>
            </a:r>
            <a:r>
              <a:rPr lang="en-US"/>
              <a:t>is </a:t>
            </a:r>
            <a:r>
              <a:rPr lang="en-US" dirty="0"/>
              <a:t>right</a:t>
            </a:r>
            <a:r>
              <a:rPr lang="en-US"/>
              <a:t>. </a:t>
            </a:r>
            <a:r>
              <a:rPr lang="en-US" dirty="0"/>
              <a:t>And </a:t>
            </a:r>
            <a:r>
              <a:rPr lang="en-US"/>
              <a:t>the buyer </a:t>
            </a:r>
            <a:r>
              <a:rPr lang="en-US" dirty="0"/>
              <a:t>pays for a </a:t>
            </a:r>
            <a:r>
              <a:rPr lang="en-US"/>
              <a:t>credit</a:t>
            </a:r>
            <a:r>
              <a:rPr lang="en-US" dirty="0"/>
              <a:t> whose value rests entirely on trusting how that data was produced</a:t>
            </a:r>
            <a:r>
              <a:rPr lang="en-US"/>
              <a:t>, </a:t>
            </a:r>
            <a:r>
              <a:rPr lang="en-US" dirty="0"/>
              <a:t>data </a:t>
            </a:r>
            <a:r>
              <a:rPr lang="en-US"/>
              <a:t>the buyer </a:t>
            </a:r>
            <a:r>
              <a:rPr lang="en-US" dirty="0"/>
              <a:t>never sees. So </a:t>
            </a:r>
            <a:r>
              <a:rPr lang="en-US"/>
              <a:t>a </a:t>
            </a:r>
            <a:r>
              <a:rPr lang="en-US" dirty="0"/>
              <a:t>credit that reflects no real carbon </a:t>
            </a:r>
            <a:r>
              <a:rPr lang="en-US"/>
              <a:t>reduction </a:t>
            </a:r>
            <a:r>
              <a:rPr lang="en-US" dirty="0"/>
              <a:t>can still be sold as a real </a:t>
            </a:r>
            <a:r>
              <a:rPr lang="en-US"/>
              <a:t>one, </a:t>
            </a:r>
            <a:r>
              <a:rPr lang="en-US" dirty="0"/>
              <a:t>and that risk, of </a:t>
            </a:r>
            <a:r>
              <a:rPr lang="en-US"/>
              <a:t>paying for </a:t>
            </a:r>
            <a:r>
              <a:rPr lang="en-US" dirty="0"/>
              <a:t>credits </a:t>
            </a:r>
            <a:r>
              <a:rPr lang="en-US"/>
              <a:t>that </a:t>
            </a:r>
            <a:r>
              <a:rPr lang="en-US" dirty="0"/>
              <a:t>are not </a:t>
            </a:r>
            <a:r>
              <a:rPr lang="en-US"/>
              <a:t>what </a:t>
            </a:r>
            <a:r>
              <a:rPr lang="en-US" dirty="0"/>
              <a:t>they claim</a:t>
            </a:r>
            <a:r>
              <a:rPr lang="en-US"/>
              <a:t>, </a:t>
            </a:r>
            <a:r>
              <a:rPr lang="en-US" dirty="0"/>
              <a:t>is </a:t>
            </a:r>
            <a:r>
              <a:rPr lang="en-US"/>
              <a:t>what </a:t>
            </a:r>
            <a:r>
              <a:rPr lang="en-US" dirty="0"/>
              <a:t>we call greenwashing</a:t>
            </a:r>
            <a:r>
              <a:rPr lang="en-US"/>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agricultural carbon market already shows this problem. Take REDD+, one of the</a:t>
            </a:r>
            <a:r>
              <a:rPr lang="en-US"/>
              <a:t> </a:t>
            </a:r>
            <a:r>
              <a:rPr lang="en-US" dirty="0"/>
              <a:t>largest carbon credit programs. Independent reviews found its projects were credited for reductions they never delivered. Buyers lost trust and left, and the voluntary carbon market decreased by sixty-two percent between 2022 and 2023.</a:t>
            </a:r>
          </a:p>
          <a:p>
            <a:r>
              <a:rPr lang="en-US" dirty="0"/>
              <a:t>But the lesson is not that the carbon market failed, or that voluntary participation failed. We cannot change that agriculture is voluntary, and voluntary participation will always bring many different methods and no single standard. That diversity is not the problem. The problem is that there was no infrastructure to make voluntary data sharing transparent. This is not only the carbon market. It is the basic condition across agriculture. So the real question is this: how do we make data sharing transparent while participation stays voluntary?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we still need a way to make data sharing transparent, and we can, even under voluntary participation. The goal is the same one healthcare and finance reached: any user can follow the full lifecycle of the data. But we reach it on a different base. We do not fix the data format, we do not fix how records are kept, and we do not rely on a single authority. Instead, every step is recorded on one shared record that any user can read. So the records has no gaps between data sharing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Transparent data sharing needs three functions.</a:t>
            </a:r>
          </a:p>
          <a:p>
            <a:r>
              <a:rPr lang="en-US" dirty="0"/>
              <a:t>The first is verification: confirm where the data came from, so the user can see its origin. The second is traceability: follow where data has been, across every organization that handled it. And the third is transformation: when data is changed into something new, trace it back to the data it was made from.</a:t>
            </a:r>
          </a:p>
          <a:p>
            <a:r>
              <a:rPr lang="en-US" dirty="0"/>
              <a:t>And the based on voluntary participation.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permissioned blockchain gives the record four features that make this possible.</a:t>
            </a:r>
          </a:p>
          <a:p>
            <a:r>
              <a:rPr lang="en-US" dirty="0"/>
              <a:t>First, it is a distributed ledger, so every organization keeps the same copy, and no single one holds the truth alone. No single authority is needed. Second, it is immutable, so a committed record cannot be changed afterward, which keeps records reliable for verification and transformation. Third, it carries identity, so each record names the organization that acted, which is what makes tracing possible.</a:t>
            </a:r>
          </a:p>
          <a:p>
            <a:r>
              <a:rPr lang="en-US" dirty="0"/>
              <a:t>And fourth, it is permissioned, which is the key one for agriculture. To see why, compare the alternatives. A private blockchain runs under a single authority, which does not fit voluntary participation. A public blockchain lets anyone join but keeps them anonymous, so it cannot confirm who the data came from. A permissioned blockchain sits in between: joining stays open and voluntary, but every member is known. So anyone can take part, and we still know where each piece of data came from and who handled it. That is what keeps the sharing transparent.</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That sets up the three research questions, one for each chapter. The first challenge is there is no evidence to locate where a file came from, because the sharing is never logged. The hypothesis is that a tailored architecture and ID schema on a blockchain can deliver the basic transparency functions. That is Chapter 3, verification and traceability.</a:t>
            </a:r>
          </a:p>
          <a:p>
            <a:r>
              <a:rPr lang="en-US" dirty="0"/>
              <a:t>The second challenge goes one level deeper. Once a file is transformed into a different format, there is no evidence of its original status at all. The hypothesis is that modifying the ID schema can record and trace that transformation. That is Chapter 4. And the third question is a platform is needed to solve a real trust issue, DEMETER, in Chapter 5.</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Before the chapters, I want to set two ground rules.</a:t>
            </a:r>
          </a:p>
          <a:p>
            <a:r>
              <a:rPr lang="en-US" dirty="0"/>
              <a:t>The first is institutional: participation is voluntary. This means three things. Anyone can join, and every member is known. Trust comes from the record, not from a single authority. And each organization sends data its own way. So the platform covers the simplest kind of data sharing: data moves from one organization to the next.</a:t>
            </a:r>
          </a:p>
          <a:p>
            <a:r>
              <a:rPr lang="en-US" dirty="0"/>
              <a:t>The second is technical: the unit of sharing is the file. The platform shares one file at a time, each one a complete file that does not change after it is shared.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Here is what this dissertation contributes.</a:t>
            </a:r>
          </a:p>
          <a:p>
            <a:r>
              <a:rPr lang="en-US" dirty="0"/>
              <a:t>First, a conceptual reframe: trust is enhanced by a transparent data sharing mechanism, supported by verification, traceability, and transformation.</a:t>
            </a:r>
          </a:p>
          <a:p>
            <a:r>
              <a:rPr lang="en-US" dirty="0"/>
              <a:t>Second, from Chapter 3, a data user confirms an unchanged file's origin and recovers its transfer path.</a:t>
            </a:r>
          </a:p>
          <a:p>
            <a:r>
              <a:rPr lang="en-US" dirty="0"/>
              <a:t>Third, from Chapter 4, a data user traces a changed file back to its declared sources.</a:t>
            </a:r>
          </a:p>
          <a:p>
            <a:r>
              <a:rPr lang="en-US" dirty="0"/>
              <a:t>And fourth, from Chapter 5, the three are integrated on one shared record, and demonstrated on real data. That platform is DEMETER.</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 me start with Chapter 3, which realizes the first two functions, verification and traceability.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architecture rests on two kinds of ID, one for each function. The File ID identifies each file, for verification. The record logs each transfer, for traceability. Two IDs, two functions.</a:t>
            </a:r>
          </a:p>
          <a:p>
            <a:r>
              <a:rPr lang="en-US" dirty="0"/>
              <a:t>The File ID is the key piece. It is a fingerprint of the file's content. Computed straight from the file itself, so if even one character changes, the ID comes out completely different. That is what makes verification work.</a:t>
            </a:r>
          </a:p>
          <a:p>
            <a:r>
              <a:rPr lang="en-US" dirty="0"/>
              <a:t>And one more thing, the privacy property. The file never leaves the organization that holds it. Only the File ID and the records are shared. So even organizations that compete can verify each other, without ever exposing their data.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At the top is the File ID, computed from the file. On the shared ledger sit three kinds of record, each powering one function.</a:t>
            </a:r>
          </a:p>
          <a:p>
            <a:r>
              <a:rPr lang="en-US" dirty="0"/>
              <a:t>The registration record carries the File ID and the originator, which gives origin verification: the file is the registered one, and who registered it. The transfer record carries the transferring organization, the receiver, and a link back to the previous record, which gives transfer tracing: the path the file passed through. And the declaration record, from Chapter 4, carries an output File ID and its input File IDs, which gives transformation tracing: what the file was derived from.</a:t>
            </a:r>
          </a:p>
          <a:p>
            <a:r>
              <a:rPr lang="en-US" dirty="0"/>
              <a:t>The one thing to hold onto: all of it is keyed to one File ID. Chapter 3 builds the first two functions. Chapter 4 builds the third, on the same key.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system is organized in three layers, and the reason is the privacy point from before. On-chain is the shared ledger: it holds the records, and every organization keeps the same copy. The connection layer in the middle is where a contract checks each write and links the records to the actual files. And off-chain, at the bottom, each organization keeps its own files on its own systems.</a:t>
            </a:r>
          </a:p>
          <a:p>
            <a:r>
              <a:rPr lang="en-US" dirty="0"/>
              <a:t>So the file you see on the left, sitting with its originator, never leaves that organization. This three-layer split is what lets organizations that do not trust each other still share one reliable provenance record, without handing over their data.</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On that structure, there are </a:t>
            </a:r>
            <a:r>
              <a:rPr lang="en-US"/>
              <a:t>four </a:t>
            </a:r>
            <a:r>
              <a:rPr lang="en-US" dirty="0"/>
              <a:t>basic </a:t>
            </a:r>
            <a:r>
              <a:rPr lang="en-US"/>
              <a:t>operations</a:t>
            </a:r>
            <a:r>
              <a:rPr lang="en-US" dirty="0"/>
              <a:t>, each building</a:t>
            </a:r>
            <a:r>
              <a:rPr lang="en-US"/>
              <a:t> on the </a:t>
            </a:r>
            <a:r>
              <a:rPr lang="en-US" dirty="0"/>
              <a:t>same three layers</a:t>
            </a:r>
            <a:r>
              <a:rPr lang="en-US"/>
              <a:t>. </a:t>
            </a:r>
            <a:r>
              <a:rPr lang="en-US" dirty="0"/>
              <a:t>Registration: an organization computes a </a:t>
            </a:r>
            <a:r>
              <a:rPr lang="en-US"/>
              <a:t>file's </a:t>
            </a:r>
            <a:r>
              <a:rPr lang="en-US" dirty="0"/>
              <a:t>File ID and writes it, with its own identity, to the ledger. Transfer</a:t>
            </a:r>
            <a:r>
              <a:rPr lang="en-US"/>
              <a:t>: a </a:t>
            </a:r>
            <a:r>
              <a:rPr lang="en-US" dirty="0"/>
              <a:t>sending organization records that it passed the </a:t>
            </a:r>
            <a:r>
              <a:rPr lang="en-US"/>
              <a:t>file </a:t>
            </a:r>
            <a:r>
              <a:rPr lang="en-US" dirty="0"/>
              <a:t>to the next one</a:t>
            </a:r>
            <a:r>
              <a:rPr lang="en-US"/>
              <a:t>, </a:t>
            </a:r>
            <a:r>
              <a:rPr lang="en-US" dirty="0"/>
              <a:t>linked back to the previous record</a:t>
            </a:r>
            <a:r>
              <a:rPr lang="en-US"/>
              <a:t>, </a:t>
            </a:r>
            <a:r>
              <a:rPr lang="en-US" dirty="0"/>
              <a:t>so the steps form a chain</a:t>
            </a:r>
            <a:r>
              <a:rPr lang="en-US"/>
              <a:t>. </a:t>
            </a:r>
            <a:r>
              <a:rPr lang="en-US" dirty="0"/>
              <a:t>Origin verification: a </a:t>
            </a:r>
            <a:r>
              <a:rPr lang="en-US"/>
              <a:t>data user </a:t>
            </a:r>
            <a:r>
              <a:rPr lang="en-US" dirty="0"/>
              <a:t>recomputes the File ID from </a:t>
            </a:r>
            <a:r>
              <a:rPr lang="en-US"/>
              <a:t>the file </a:t>
            </a:r>
            <a:r>
              <a:rPr lang="en-US" dirty="0"/>
              <a:t>in hand and checks it </a:t>
            </a:r>
            <a:r>
              <a:rPr lang="en-US"/>
              <a:t>against </a:t>
            </a:r>
            <a:r>
              <a:rPr lang="en-US" dirty="0"/>
              <a:t>the </a:t>
            </a:r>
            <a:r>
              <a:rPr lang="en-US"/>
              <a:t>registration</a:t>
            </a:r>
            <a:r>
              <a:rPr lang="en-US" dirty="0"/>
              <a:t> record. And </a:t>
            </a:r>
            <a:r>
              <a:rPr lang="en-US"/>
              <a:t>transfer tracing</a:t>
            </a:r>
            <a:r>
              <a:rPr lang="en-US" dirty="0"/>
              <a:t>: a data user</a:t>
            </a:r>
            <a:r>
              <a:rPr lang="en-US"/>
              <a:t> follows the </a:t>
            </a:r>
            <a:r>
              <a:rPr lang="en-US" dirty="0"/>
              <a:t>linked transfer records backward, step by step, </a:t>
            </a:r>
            <a:r>
              <a:rPr lang="en-US"/>
              <a:t>to the </a:t>
            </a:r>
            <a:r>
              <a:rPr lang="en-US" dirty="0"/>
              <a:t>origin.</a:t>
            </a:r>
          </a:p>
          <a:p>
            <a:r>
              <a:rPr lang="en-US" dirty="0"/>
              <a:t>These four are the entire vocabulary of Chapter 3</a:t>
            </a:r>
            <a:r>
              <a:rPr lang="en-US"/>
              <a:t>. </a:t>
            </a:r>
            <a:r>
              <a:rPr lang="en-US" dirty="0"/>
              <a:t>Everything in </a:t>
            </a:r>
            <a:r>
              <a:rPr lang="en-US"/>
              <a:t>the </a:t>
            </a:r>
            <a:r>
              <a:rPr lang="en-US" dirty="0"/>
              <a:t>results is just some combination of these four</a:t>
            </a:r>
            <a:r>
              <a:rPr lang="en-US"/>
              <a: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the results, in the linear case on top, a file moves from the originator, to receiver one, to receiver two</a:t>
            </a:r>
            <a:r>
              <a:rPr lang="en-US"/>
              <a:t>. A </a:t>
            </a:r>
            <a:r>
              <a:rPr lang="en-US" dirty="0"/>
              <a:t>receiver </a:t>
            </a:r>
            <a:r>
              <a:rPr lang="en-US"/>
              <a:t>two steps away, </a:t>
            </a:r>
            <a:r>
              <a:rPr lang="en-US" dirty="0"/>
              <a:t>using only </a:t>
            </a:r>
            <a:r>
              <a:rPr lang="en-US"/>
              <a:t>the shared record, </a:t>
            </a:r>
            <a:r>
              <a:rPr lang="en-US" dirty="0"/>
              <a:t>confirmed </a:t>
            </a:r>
            <a:r>
              <a:rPr lang="en-US"/>
              <a:t>the file it held was the registered one</a:t>
            </a:r>
            <a:r>
              <a:rPr lang="en-US" dirty="0"/>
              <a:t>, and </a:t>
            </a:r>
            <a:r>
              <a:rPr lang="en-US"/>
              <a:t>recovered the </a:t>
            </a:r>
            <a:r>
              <a:rPr lang="en-US" dirty="0"/>
              <a:t>correct order </a:t>
            </a:r>
            <a:r>
              <a:rPr lang="en-US"/>
              <a:t>of organizations the file passed through. </a:t>
            </a:r>
            <a:r>
              <a:rPr lang="en-US" dirty="0"/>
              <a:t>It needed nothing from anyone, just the record.</a:t>
            </a:r>
          </a:p>
          <a:p>
            <a:r>
              <a:rPr lang="en-US" dirty="0"/>
              <a:t>In </a:t>
            </a:r>
            <a:r>
              <a:rPr lang="en-US"/>
              <a:t>the </a:t>
            </a:r>
            <a:r>
              <a:rPr lang="en-US" dirty="0"/>
              <a:t>branching case below, one </a:t>
            </a:r>
            <a:r>
              <a:rPr lang="en-US"/>
              <a:t>file </a:t>
            </a:r>
            <a:r>
              <a:rPr lang="en-US" dirty="0"/>
              <a:t>goes </a:t>
            </a:r>
            <a:r>
              <a:rPr lang="en-US"/>
              <a:t>to two </a:t>
            </a:r>
            <a:r>
              <a:rPr lang="en-US" dirty="0"/>
              <a:t>receivers along different paths. Each receiver recovered </a:t>
            </a:r>
            <a:r>
              <a:rPr lang="en-US"/>
              <a:t>its own path </a:t>
            </a:r>
            <a:r>
              <a:rPr lang="en-US" dirty="0"/>
              <a:t>independently</a:t>
            </a:r>
            <a:r>
              <a:rPr lang="en-US"/>
              <a:t>, </a:t>
            </a:r>
            <a:r>
              <a:rPr lang="en-US" dirty="0"/>
              <a:t>without needing </a:t>
            </a:r>
            <a:r>
              <a:rPr lang="en-US"/>
              <a:t>the </a:t>
            </a:r>
            <a:r>
              <a:rPr lang="en-US" dirty="0"/>
              <a:t>other's record.</a:t>
            </a:r>
          </a:p>
          <a:p>
            <a:r>
              <a:rPr lang="en-US" dirty="0"/>
              <a:t>The bottom line: both scenarios recovered correctly from one File ID</a:t>
            </a:r>
            <a:r>
              <a:rPr lang="en-US" altLang="ko-KR" dirty="0"/>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effectLst/>
              </a:rPr>
              <a:t>Failed scenarios.</a:t>
            </a:r>
          </a:p>
          <a:p>
            <a:r>
              <a:rPr lang="en-US" dirty="0">
                <a:effectLst/>
              </a:rPr>
              <a:t>First, an altered file. If a file is changed after registration, it no longer matches its registered File ID, so verification rejects it. Second, a duplicate registration. A File ID already on the ledger cannot be registered again, so each file keeps one, and only one, origin. No one can register the same content later and claim to be its source.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To summarize </a:t>
            </a:r>
            <a:r>
              <a:rPr lang="en-US"/>
              <a:t>Chapter 3</a:t>
            </a:r>
            <a:r>
              <a:rPr lang="en-US" dirty="0"/>
              <a:t> in </a:t>
            </a:r>
            <a:r>
              <a:rPr lang="en-US"/>
              <a:t>three </a:t>
            </a:r>
            <a:r>
              <a:rPr lang="en-US" dirty="0"/>
              <a:t>lines. A three-layer architecture separates the shared records from the local files, so organizations can cooperate without exposing data. An ID schema assigns a </a:t>
            </a:r>
            <a:r>
              <a:rPr lang="en-US"/>
              <a:t>File ID </a:t>
            </a:r>
            <a:r>
              <a:rPr lang="en-US" dirty="0"/>
              <a:t>to each </a:t>
            </a:r>
            <a:r>
              <a:rPr lang="en-US"/>
              <a:t>file, and </a:t>
            </a:r>
            <a:r>
              <a:rPr lang="en-US" dirty="0"/>
              <a:t>records each transfer. And with just those two pieces</a:t>
            </a:r>
            <a:r>
              <a:rPr lang="en-US"/>
              <a:t>, </a:t>
            </a:r>
            <a:r>
              <a:rPr lang="en-US" dirty="0"/>
              <a:t>verification </a:t>
            </a:r>
            <a:r>
              <a:rPr lang="en-US"/>
              <a:t>and </a:t>
            </a:r>
            <a:r>
              <a:rPr lang="en-US" dirty="0"/>
              <a:t>traceability are realized, with no central authority anywhere in the design</a:t>
            </a:r>
            <a:r>
              <a:rPr lang="en-US"/>
              <a:t>. That is </a:t>
            </a:r>
            <a:r>
              <a:rPr lang="en-US" dirty="0"/>
              <a:t>the foundation. </a:t>
            </a:r>
            <a:r>
              <a:rPr lang="en-US"/>
              <a:t>Chapter 4</a:t>
            </a:r>
            <a:r>
              <a:rPr lang="en-US" dirty="0"/>
              <a:t> builds directly on top of it</a:t>
            </a:r>
            <a:r>
              <a:rPr 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Chapter 4</a:t>
            </a:r>
            <a:r>
              <a:rPr lang="en-US" dirty="0"/>
              <a:t> realizes the third function, transformation</a:t>
            </a:r>
            <a:r>
              <a:rPr 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Chapter 3 reads </a:t>
            </a:r>
            <a:r>
              <a:rPr lang="en-US"/>
              <a:t>a </a:t>
            </a:r>
            <a:r>
              <a:rPr lang="en-US" dirty="0"/>
              <a:t>File ID that has not changed. But real data does not sit still</a:t>
            </a:r>
            <a:r>
              <a:rPr lang="en-US"/>
              <a:t>. </a:t>
            </a:r>
            <a:r>
              <a:rPr lang="en-US" dirty="0"/>
              <a:t>It gets </a:t>
            </a:r>
            <a:r>
              <a:rPr lang="en-US"/>
              <a:t>transformed, </a:t>
            </a:r>
            <a:r>
              <a:rPr lang="en-US" dirty="0"/>
              <a:t>combined, reformatted. And a transformed file </a:t>
            </a:r>
            <a:r>
              <a:rPr lang="en-US"/>
              <a:t>gets a new File ID that matches none of its </a:t>
            </a:r>
            <a:r>
              <a:rPr lang="en-US" dirty="0"/>
              <a:t>sources</a:t>
            </a:r>
            <a:r>
              <a:rPr lang="en-US"/>
              <a:t>, </a:t>
            </a:r>
            <a:r>
              <a:rPr lang="en-US" dirty="0"/>
              <a:t>because the content is different. So the link to where it came from is lost</a:t>
            </a:r>
            <a:r>
              <a:rPr lang="en-US"/>
              <a:t>. </a:t>
            </a:r>
            <a:r>
              <a:rPr lang="en-US" dirty="0"/>
              <a:t>We need a way to put that link back.</a:t>
            </a:r>
          </a:p>
          <a:p>
            <a:r>
              <a:rPr lang="en-US" dirty="0"/>
              <a:t>That is done with </a:t>
            </a:r>
            <a:r>
              <a:rPr lang="en-US"/>
              <a:t>two </a:t>
            </a:r>
            <a:r>
              <a:rPr lang="en-US" dirty="0"/>
              <a:t>operations, one in each diagram</a:t>
            </a:r>
            <a:r>
              <a:rPr lang="en-US"/>
              <a:t>. First, </a:t>
            </a:r>
            <a:r>
              <a:rPr lang="en-US" dirty="0"/>
              <a:t>declare, on </a:t>
            </a:r>
            <a:r>
              <a:rPr lang="en-US"/>
              <a:t>the </a:t>
            </a:r>
            <a:r>
              <a:rPr lang="en-US" dirty="0"/>
              <a:t>left. The </a:t>
            </a:r>
            <a:r>
              <a:rPr lang="en-US"/>
              <a:t>originator </a:t>
            </a:r>
            <a:r>
              <a:rPr lang="en-US" dirty="0"/>
              <a:t>of </a:t>
            </a:r>
            <a:r>
              <a:rPr lang="en-US"/>
              <a:t>the </a:t>
            </a:r>
            <a:r>
              <a:rPr lang="en-US" dirty="0"/>
              <a:t>transformation records, on </a:t>
            </a:r>
            <a:r>
              <a:rPr lang="en-US"/>
              <a:t>the </a:t>
            </a:r>
            <a:r>
              <a:rPr lang="en-US" dirty="0"/>
              <a:t>ledger, that an </a:t>
            </a:r>
            <a:r>
              <a:rPr lang="en-US"/>
              <a:t>output </a:t>
            </a:r>
            <a:r>
              <a:rPr lang="en-US" dirty="0"/>
              <a:t>File ID </a:t>
            </a:r>
            <a:r>
              <a:rPr lang="en-US"/>
              <a:t>came from</a:t>
            </a:r>
            <a:r>
              <a:rPr lang="en-US" dirty="0"/>
              <a:t> a specific set of input File IDs</a:t>
            </a:r>
            <a:r>
              <a:rPr lang="en-US"/>
              <a:t>. </a:t>
            </a:r>
            <a:r>
              <a:rPr lang="en-US" dirty="0"/>
              <a:t>The input files become an output file off-chain, and </a:t>
            </a:r>
            <a:r>
              <a:rPr lang="en-US"/>
              <a:t>a </a:t>
            </a:r>
            <a:r>
              <a:rPr lang="en-US" dirty="0"/>
              <a:t>declaration record on-chain ties them together, under the originator's identity. Second, </a:t>
            </a:r>
            <a:r>
              <a:rPr lang="en-US"/>
              <a:t>chain query</a:t>
            </a:r>
            <a:r>
              <a:rPr lang="en-US" dirty="0"/>
              <a:t>, on the right</a:t>
            </a:r>
            <a:r>
              <a:rPr lang="en-US"/>
              <a:t>. Starting from </a:t>
            </a:r>
            <a:r>
              <a:rPr lang="en-US" dirty="0"/>
              <a:t>any </a:t>
            </a:r>
            <a:r>
              <a:rPr lang="en-US"/>
              <a:t>output, the </a:t>
            </a:r>
            <a:r>
              <a:rPr lang="en-US" dirty="0"/>
              <a:t>data user follows the declarations backward</a:t>
            </a:r>
            <a:r>
              <a:rPr lang="en-US"/>
              <a:t>, </a:t>
            </a:r>
            <a:r>
              <a:rPr lang="en-US" dirty="0"/>
              <a:t>one </a:t>
            </a:r>
            <a:r>
              <a:rPr lang="en-US"/>
              <a:t>step </a:t>
            </a:r>
            <a:r>
              <a:rPr lang="en-US" dirty="0"/>
              <a:t>at a time</a:t>
            </a:r>
            <a:r>
              <a:rPr lang="en-US"/>
              <a:t>, </a:t>
            </a:r>
            <a:r>
              <a:rPr lang="en-US" dirty="0"/>
              <a:t>to </a:t>
            </a:r>
            <a:r>
              <a:rPr lang="en-US"/>
              <a:t>the registered </a:t>
            </a:r>
            <a:r>
              <a:rPr lang="en-US" dirty="0"/>
              <a:t>roots.</a:t>
            </a:r>
          </a:p>
          <a:p>
            <a:r>
              <a:rPr lang="en-US" dirty="0"/>
              <a:t>So the structure is simple</a:t>
            </a:r>
            <a:r>
              <a:rPr lang="en-US"/>
              <a:t>. </a:t>
            </a:r>
            <a:r>
              <a:rPr lang="en-US" dirty="0"/>
              <a:t>The originator writes the link forward</a:t>
            </a:r>
            <a:r>
              <a:rPr lang="en-US"/>
              <a:t>, and </a:t>
            </a:r>
            <a:r>
              <a:rPr lang="en-US" dirty="0"/>
              <a:t>any data user can read it back</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question for </a:t>
            </a:r>
            <a:r>
              <a:rPr lang="en-US"/>
              <a:t>this</a:t>
            </a:r>
            <a:r>
              <a:rPr lang="en-US" dirty="0"/>
              <a:t> chapter is whether </a:t>
            </a:r>
            <a:r>
              <a:rPr lang="en-US"/>
              <a:t>a transformed file</a:t>
            </a:r>
            <a:r>
              <a:rPr lang="en-US" dirty="0"/>
              <a:t> can be </a:t>
            </a:r>
            <a:r>
              <a:rPr lang="en-US"/>
              <a:t>traced </a:t>
            </a:r>
            <a:r>
              <a:rPr lang="en-US" dirty="0"/>
              <a:t>back </a:t>
            </a:r>
            <a:r>
              <a:rPr lang="en-US"/>
              <a:t>to </a:t>
            </a:r>
            <a:r>
              <a:rPr lang="en-US" dirty="0"/>
              <a:t>its declared sources. Every step is declared by its originator, and we tested </a:t>
            </a:r>
            <a:r>
              <a:rPr lang="en-US"/>
              <a:t>the </a:t>
            </a:r>
            <a:r>
              <a:rPr lang="en-US" dirty="0"/>
              <a:t>three shapes transformations</a:t>
            </a:r>
            <a:r>
              <a:rPr lang="en-US"/>
              <a:t>. </a:t>
            </a:r>
            <a:r>
              <a:rPr lang="en-US" dirty="0"/>
              <a:t>Modification</a:t>
            </a:r>
            <a:r>
              <a:rPr lang="en-US"/>
              <a:t>, where </a:t>
            </a:r>
            <a:r>
              <a:rPr lang="en-US" dirty="0"/>
              <a:t>one file becomes another. Combine</a:t>
            </a:r>
            <a:r>
              <a:rPr lang="en-US"/>
              <a:t>, </a:t>
            </a:r>
            <a:r>
              <a:rPr lang="en-US" dirty="0"/>
              <a:t>where several files merge into one</a:t>
            </a:r>
            <a:r>
              <a:rPr lang="en-US"/>
              <a:t>, </a:t>
            </a:r>
            <a:r>
              <a:rPr lang="en-US" dirty="0"/>
              <a:t>which is exactly what producing </a:t>
            </a:r>
            <a:r>
              <a:rPr lang="en-US"/>
              <a:t>a </a:t>
            </a:r>
            <a:r>
              <a:rPr lang="en-US" dirty="0"/>
              <a:t>carbon stock from raw measurements looks like</a:t>
            </a:r>
            <a:r>
              <a:rPr lang="en-US"/>
              <a:t>. And </a:t>
            </a:r>
            <a:r>
              <a:rPr lang="en-US" dirty="0"/>
              <a:t>split</a:t>
            </a:r>
            <a:r>
              <a:rPr lang="en-US"/>
              <a:t>, </a:t>
            </a:r>
            <a:r>
              <a:rPr lang="en-US" dirty="0"/>
              <a:t>where one file produces several outputs</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a:t>
            </a:r>
            <a:r>
              <a:rPr lang="en-US"/>
              <a:t>is the </a:t>
            </a:r>
            <a:r>
              <a:rPr lang="en-US" dirty="0"/>
              <a:t>honest boundary of the chapter</a:t>
            </a:r>
            <a:r>
              <a:rPr lang="en-US"/>
              <a:t>. </a:t>
            </a:r>
            <a:r>
              <a:rPr lang="en-US" dirty="0"/>
              <a:t>Because participation </a:t>
            </a:r>
            <a:r>
              <a:rPr lang="en-US"/>
              <a:t>is </a:t>
            </a:r>
            <a:r>
              <a:rPr lang="en-US" dirty="0"/>
              <a:t>voluntary</a:t>
            </a:r>
            <a:r>
              <a:rPr lang="en-US"/>
              <a:t>, </a:t>
            </a:r>
            <a:r>
              <a:rPr lang="en-US" dirty="0"/>
              <a:t>a step in the chain may never </a:t>
            </a:r>
            <a:r>
              <a:rPr lang="en-US"/>
              <a:t>be </a:t>
            </a:r>
            <a:r>
              <a:rPr lang="en-US" dirty="0"/>
              <a:t>declared by whoever performed it. So the question is</a:t>
            </a:r>
            <a:r>
              <a:rPr lang="en-US"/>
              <a:t>, </a:t>
            </a:r>
            <a:r>
              <a:rPr lang="en-US" dirty="0"/>
              <a:t>what does </a:t>
            </a:r>
            <a:r>
              <a:rPr lang="en-US"/>
              <a:t>the </a:t>
            </a:r>
            <a:r>
              <a:rPr lang="en-US" dirty="0"/>
              <a:t>query do when it hits that gap</a:t>
            </a:r>
            <a:r>
              <a:rPr lang="en-US"/>
              <a:t>.</a:t>
            </a:r>
          </a:p>
          <a:p>
            <a:r>
              <a:rPr lang="en-US"/>
              <a:t>It does not </a:t>
            </a:r>
            <a:r>
              <a:rPr lang="en-US" dirty="0"/>
              <a:t>guess. The backward query traces through </a:t>
            </a:r>
            <a:r>
              <a:rPr lang="en-US"/>
              <a:t>the </a:t>
            </a:r>
            <a:r>
              <a:rPr lang="en-US" dirty="0"/>
              <a:t>declared steps as far as they go, and when it reaches a file that </a:t>
            </a:r>
            <a:r>
              <a:rPr lang="en-US"/>
              <a:t>was </a:t>
            </a:r>
            <a:r>
              <a:rPr lang="en-US" dirty="0"/>
              <a:t>never declared</a:t>
            </a:r>
            <a:r>
              <a:rPr lang="en-US"/>
              <a:t>, </a:t>
            </a:r>
            <a:r>
              <a:rPr lang="en-US" dirty="0"/>
              <a:t>it stops there and reports </a:t>
            </a:r>
            <a:r>
              <a:rPr lang="en-US"/>
              <a:t>that the </a:t>
            </a:r>
            <a:r>
              <a:rPr lang="en-US" dirty="0"/>
              <a:t>record ends</a:t>
            </a:r>
            <a:r>
              <a:rPr lang="en-US"/>
              <a:t>. It </a:t>
            </a:r>
            <a:r>
              <a:rPr lang="en-US" dirty="0"/>
              <a:t>does </a:t>
            </a:r>
            <a:r>
              <a:rPr lang="en-US"/>
              <a:t>not </a:t>
            </a:r>
            <a:r>
              <a:rPr lang="en-US" dirty="0"/>
              <a:t>invent a link across </a:t>
            </a:r>
            <a:r>
              <a:rPr lang="en-US"/>
              <a:t>the </a:t>
            </a:r>
            <a:r>
              <a:rPr lang="en-US" dirty="0"/>
              <a:t>gap </a:t>
            </a:r>
            <a:r>
              <a:rPr lang="en-US"/>
              <a:t>to </a:t>
            </a:r>
            <a:r>
              <a:rPr lang="en-US" dirty="0"/>
              <a:t>make </a:t>
            </a:r>
            <a:r>
              <a:rPr lang="en-US"/>
              <a:t>the </a:t>
            </a:r>
            <a:r>
              <a:rPr lang="en-US" dirty="0"/>
              <a:t>chain look complete</a:t>
            </a:r>
            <a:r>
              <a:rPr lang="en-US"/>
              <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 new File ID, incorporated into </a:t>
            </a:r>
            <a:r>
              <a:rPr lang="en-US"/>
              <a:t>the same </a:t>
            </a:r>
            <a:r>
              <a:rPr lang="en-US" dirty="0"/>
              <a:t>ID </a:t>
            </a:r>
            <a:r>
              <a:rPr lang="en-US"/>
              <a:t>schema </a:t>
            </a:r>
            <a:r>
              <a:rPr lang="en-US" dirty="0"/>
              <a:t>from Chapter 3, lets a data user trace a transformation back </a:t>
            </a:r>
            <a:r>
              <a:rPr lang="en-US"/>
              <a:t>to </a:t>
            </a:r>
            <a:r>
              <a:rPr lang="en-US" dirty="0"/>
              <a:t>its declared sources. We tested it across all three shapes, modification, combine, and split</a:t>
            </a:r>
            <a:r>
              <a:rPr lang="en-US"/>
              <a:t>, </a:t>
            </a:r>
            <a:r>
              <a:rPr lang="en-US" dirty="0"/>
              <a:t>and it resolved in each. And there is </a:t>
            </a:r>
            <a:r>
              <a:rPr lang="en-US"/>
              <a:t>one </a:t>
            </a:r>
            <a:r>
              <a:rPr lang="en-US" dirty="0"/>
              <a:t>honest restriction, stated plainly</a:t>
            </a:r>
            <a:r>
              <a:rPr lang="en-US"/>
              <a:t>: the </a:t>
            </a:r>
            <a:r>
              <a:rPr lang="en-US" dirty="0"/>
              <a:t>chain proves the declared derivation</a:t>
            </a:r>
            <a:r>
              <a:rPr lang="en-US"/>
              <a:t>, </a:t>
            </a:r>
            <a:r>
              <a:rPr lang="en-US" dirty="0"/>
              <a:t>not the true derivation</a:t>
            </a:r>
            <a:r>
              <a:rPr lang="en-US"/>
              <a:t>. </a:t>
            </a:r>
            <a:r>
              <a:rPr lang="en-US" dirty="0"/>
              <a:t>If </a:t>
            </a:r>
            <a:r>
              <a:rPr lang="en-US"/>
              <a:t>a step was </a:t>
            </a:r>
            <a:r>
              <a:rPr lang="en-US" dirty="0"/>
              <a:t>never declared</a:t>
            </a:r>
            <a:r>
              <a:rPr lang="en-US"/>
              <a:t>, </a:t>
            </a:r>
            <a:r>
              <a:rPr lang="en-US" dirty="0"/>
              <a:t>it </a:t>
            </a:r>
            <a:r>
              <a:rPr lang="en-US"/>
              <a:t>is reported, not crossed. </a:t>
            </a:r>
            <a:r>
              <a:rPr lang="en-US" dirty="0"/>
              <a:t>Hold on to that restriction, because it becomes the boundary of the entire platform in the conclusion</a:t>
            </a:r>
            <a:r>
              <a:rPr 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Chapter 5 </a:t>
            </a:r>
            <a:r>
              <a:rPr lang="en-US"/>
              <a:t>brings </a:t>
            </a:r>
            <a:r>
              <a:rPr lang="en-US" dirty="0"/>
              <a:t>the two functions </a:t>
            </a:r>
            <a:r>
              <a:rPr lang="en-US"/>
              <a:t>together, </a:t>
            </a:r>
            <a:r>
              <a:rPr lang="en-US" dirty="0"/>
              <a:t>and demonstrates the full platform, DEMETER, </a:t>
            </a:r>
            <a:r>
              <a:rPr lang="en-US"/>
              <a:t>on the agricultural carbon market.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So, why </a:t>
            </a:r>
            <a:r>
              <a:rPr lang="en-US"/>
              <a:t>this case</a:t>
            </a:r>
            <a:r>
              <a:rPr lang="en-US" dirty="0"/>
              <a:t>? </a:t>
            </a:r>
            <a:r>
              <a:rPr lang="en-US"/>
              <a:t>Because it exercises everything at once. </a:t>
            </a:r>
            <a:r>
              <a:rPr lang="en-US" dirty="0"/>
              <a:t>Let me bring back the carbon credit from the start of the talk and trace it on this diagram.</a:t>
            </a:r>
          </a:p>
          <a:p>
            <a:r>
              <a:rPr lang="en-US" dirty="0"/>
              <a:t>The </a:t>
            </a:r>
            <a:r>
              <a:rPr lang="en-US"/>
              <a:t>credit is </a:t>
            </a:r>
            <a:r>
              <a:rPr lang="en-US" dirty="0"/>
              <a:t>built from field data and laboratory data</a:t>
            </a:r>
            <a:r>
              <a:rPr lang="en-US"/>
              <a:t>, </a:t>
            </a:r>
            <a:r>
              <a:rPr lang="en-US" dirty="0"/>
              <a:t>and that </a:t>
            </a:r>
            <a:r>
              <a:rPr lang="en-US"/>
              <a:t>raw </a:t>
            </a:r>
            <a:r>
              <a:rPr lang="en-US" dirty="0"/>
              <a:t>measurement is transformed </a:t>
            </a:r>
            <a:r>
              <a:rPr lang="en-US"/>
              <a:t>into a carbon stock. </a:t>
            </a:r>
            <a:r>
              <a:rPr lang="en-US" dirty="0"/>
              <a:t>Right there, at the project developer, that is the transformation function, marked one. </a:t>
            </a:r>
            <a:r>
              <a:rPr lang="en-US"/>
              <a:t>Then </a:t>
            </a:r>
            <a:r>
              <a:rPr lang="en-US" dirty="0"/>
              <a:t>the credit </a:t>
            </a:r>
            <a:r>
              <a:rPr lang="en-US"/>
              <a:t>is </a:t>
            </a:r>
            <a:r>
              <a:rPr lang="en-US" dirty="0"/>
              <a:t>passed on, from the project developer, through a reviewer, to a registry</a:t>
            </a:r>
            <a:r>
              <a:rPr lang="en-US"/>
              <a:t>, </a:t>
            </a:r>
            <a:r>
              <a:rPr lang="en-US" dirty="0"/>
              <a:t>and finally to a buyer who holds it. That movement </a:t>
            </a:r>
            <a:r>
              <a:rPr lang="en-US"/>
              <a:t>across organizations</a:t>
            </a:r>
            <a:r>
              <a:rPr lang="en-US" dirty="0"/>
              <a:t> is transfer</a:t>
            </a:r>
            <a:r>
              <a:rPr lang="en-US"/>
              <a:t>, the </a:t>
            </a:r>
            <a:r>
              <a:rPr lang="en-US" dirty="0"/>
              <a:t>traceability function, marked two. And the </a:t>
            </a:r>
            <a:r>
              <a:rPr lang="en-US"/>
              <a:t>buyer</a:t>
            </a:r>
            <a:r>
              <a:rPr lang="en-US" dirty="0"/>
              <a:t>, at the very end, wants to verify what they hold</a:t>
            </a:r>
            <a:r>
              <a:rPr lang="en-US"/>
              <a:t>. </a:t>
            </a:r>
            <a:r>
              <a:rPr lang="en-US" dirty="0"/>
              <a:t>That is verification, marked three.</a:t>
            </a:r>
          </a:p>
          <a:p>
            <a:r>
              <a:rPr lang="en-US"/>
              <a:t>So </a:t>
            </a:r>
            <a:r>
              <a:rPr lang="en-US" dirty="0"/>
              <a:t>a single carbon credit is </a:t>
            </a:r>
            <a:r>
              <a:rPr lang="en-US"/>
              <a:t>both </a:t>
            </a:r>
            <a:r>
              <a:rPr lang="en-US" dirty="0"/>
              <a:t>transformed and transferred, which means this one case exercises all three functions, </a:t>
            </a:r>
            <a:r>
              <a:rPr lang="en-US"/>
              <a:t>on the same </a:t>
            </a:r>
            <a:r>
              <a:rPr lang="en-US" dirty="0"/>
              <a:t>record</a:t>
            </a:r>
            <a:r>
              <a:rPr lang="en-US"/>
              <a:t>. </a:t>
            </a:r>
            <a:r>
              <a:rPr lang="en-US" dirty="0"/>
              <a:t>And this </a:t>
            </a:r>
            <a:r>
              <a:rPr lang="en-US"/>
              <a:t>is </a:t>
            </a:r>
            <a:r>
              <a:rPr lang="en-US" dirty="0"/>
              <a:t>not an arbitrary example</a:t>
            </a:r>
            <a:r>
              <a:rPr lang="en-US"/>
              <a:t>. </a:t>
            </a:r>
            <a:r>
              <a:rPr lang="en-US" dirty="0"/>
              <a:t>It </a:t>
            </a:r>
            <a:r>
              <a:rPr lang="en-US"/>
              <a:t>is the </a:t>
            </a:r>
            <a:r>
              <a:rPr lang="en-US" dirty="0"/>
              <a:t>clearest real case where data becomes a commodity</a:t>
            </a:r>
            <a:r>
              <a:rPr lang="en-US"/>
              <a:t>, </a:t>
            </a:r>
            <a:r>
              <a:rPr lang="en-US" dirty="0"/>
              <a:t>and where trust in that data is exactly what is in doubt</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Because all of it sits on one shared record, the same records answer a query from either end</a:t>
            </a:r>
            <a:r>
              <a:rPr lang="en-US"/>
              <a:t>.</a:t>
            </a:r>
            <a:endParaRPr lang="en-US" dirty="0"/>
          </a:p>
          <a:p>
            <a:r>
              <a:rPr lang="en-US" dirty="0"/>
              <a:t>Follow the blue arrow first,</a:t>
            </a:r>
            <a:r>
              <a:rPr lang="en-US"/>
              <a:t> the </a:t>
            </a:r>
            <a:r>
              <a:rPr lang="en-US" dirty="0"/>
              <a:t>backward direction. A buyer holding a </a:t>
            </a:r>
            <a:r>
              <a:rPr lang="en-US"/>
              <a:t>credit </a:t>
            </a:r>
            <a:r>
              <a:rPr lang="en-US" dirty="0"/>
              <a:t>can recover </a:t>
            </a:r>
            <a:r>
              <a:rPr lang="en-US"/>
              <a:t>the </a:t>
            </a:r>
            <a:r>
              <a:rPr lang="en-US" dirty="0"/>
              <a:t>field and laboratory files it was built from</a:t>
            </a:r>
            <a:r>
              <a:rPr lang="en-US"/>
              <a:t>, </a:t>
            </a:r>
            <a:r>
              <a:rPr lang="en-US" dirty="0"/>
              <a:t>tracing from the credit back </a:t>
            </a:r>
            <a:r>
              <a:rPr lang="en-US"/>
              <a:t>to </a:t>
            </a:r>
            <a:r>
              <a:rPr lang="en-US" dirty="0"/>
              <a:t>the </a:t>
            </a:r>
            <a:r>
              <a:rPr lang="en-US"/>
              <a:t>origin</a:t>
            </a:r>
            <a:r>
              <a:rPr lang="en-US" dirty="0"/>
              <a:t>. Now the green arrow</a:t>
            </a:r>
            <a:r>
              <a:rPr lang="en-US"/>
              <a:t>, the </a:t>
            </a:r>
            <a:r>
              <a:rPr lang="en-US" dirty="0"/>
              <a:t>forward direction</a:t>
            </a:r>
            <a:r>
              <a:rPr lang="en-US"/>
              <a:t>. </a:t>
            </a:r>
            <a:r>
              <a:rPr lang="en-US" dirty="0"/>
              <a:t>Starting from the field file </a:t>
            </a:r>
            <a:r>
              <a:rPr lang="en-US"/>
              <a:t>the </a:t>
            </a:r>
            <a:r>
              <a:rPr lang="en-US" dirty="0"/>
              <a:t>project developer first registered</a:t>
            </a:r>
            <a:r>
              <a:rPr lang="en-US"/>
              <a:t>, the </a:t>
            </a:r>
            <a:r>
              <a:rPr lang="en-US" dirty="0"/>
              <a:t>trace finds the </a:t>
            </a:r>
            <a:r>
              <a:rPr lang="en-US"/>
              <a:t>credit </a:t>
            </a:r>
            <a:r>
              <a:rPr lang="en-US" dirty="0"/>
              <a:t>that file </a:t>
            </a:r>
            <a:r>
              <a:rPr lang="en-US"/>
              <a:t>became.</a:t>
            </a:r>
            <a:endParaRPr lang="en-US" dirty="0"/>
          </a:p>
          <a:p>
            <a:r>
              <a:rPr lang="en-US" dirty="0"/>
              <a:t>So a buyer tracing back to what they bought, and a regulator tracing an input</a:t>
            </a:r>
            <a:r>
              <a:rPr lang="en-US"/>
              <a:t> forward, </a:t>
            </a:r>
            <a:r>
              <a:rPr lang="en-US" dirty="0"/>
              <a:t>use </a:t>
            </a:r>
            <a:r>
              <a:rPr lang="en-US"/>
              <a:t>the </a:t>
            </a:r>
            <a:r>
              <a:rPr lang="en-US" dirty="0"/>
              <a:t>same records</a:t>
            </a:r>
            <a:r>
              <a:rPr lang="en-US"/>
              <a:t>. </a:t>
            </a:r>
            <a:r>
              <a:rPr lang="en-US" dirty="0"/>
              <a:t>One record, two directions</a:t>
            </a:r>
            <a:r>
              <a:rPr lang="en-US"/>
              <a:t>, </a:t>
            </a:r>
            <a:r>
              <a:rPr lang="en-US" dirty="0"/>
              <a:t>two stakeholders served</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 me make </a:t>
            </a:r>
            <a:r>
              <a:rPr lang="en-US"/>
              <a:t>the </a:t>
            </a:r>
            <a:r>
              <a:rPr lang="en-US" dirty="0"/>
              <a:t>backward direction concrete</a:t>
            </a:r>
            <a:r>
              <a:rPr lang="en-US"/>
              <a:t>, </a:t>
            </a:r>
            <a:r>
              <a:rPr lang="en-US" dirty="0"/>
              <a:t>on real data</a:t>
            </a:r>
            <a:r>
              <a:rPr lang="en-US"/>
              <a:t>. The buyer starts from the credit in hand, </a:t>
            </a:r>
            <a:r>
              <a:rPr lang="en-US" dirty="0"/>
              <a:t>the soil-carbon stock, </a:t>
            </a:r>
            <a:r>
              <a:rPr lang="en-US"/>
              <a:t>and </a:t>
            </a:r>
            <a:r>
              <a:rPr lang="en-US" dirty="0"/>
              <a:t>asks </a:t>
            </a:r>
            <a:r>
              <a:rPr lang="en-US"/>
              <a:t>how it was built.</a:t>
            </a:r>
            <a:endParaRPr lang="en-US" dirty="0"/>
          </a:p>
          <a:p>
            <a:r>
              <a:rPr lang="en-US" dirty="0"/>
              <a:t>Reading down</a:t>
            </a:r>
            <a:r>
              <a:rPr lang="en-US"/>
              <a:t> the </a:t>
            </a:r>
            <a:r>
              <a:rPr lang="en-US" dirty="0"/>
              <a:t>tree: </a:t>
            </a:r>
            <a:r>
              <a:rPr lang="en-US"/>
              <a:t>the </a:t>
            </a:r>
            <a:r>
              <a:rPr lang="en-US" dirty="0"/>
              <a:t>stock combines a field file and a laboratory file</a:t>
            </a:r>
            <a:r>
              <a:rPr lang="en-US"/>
              <a:t>. The </a:t>
            </a:r>
            <a:r>
              <a:rPr lang="en-US" dirty="0"/>
              <a:t>field file came, by a split</a:t>
            </a:r>
            <a:r>
              <a:rPr lang="en-US"/>
              <a:t>, </a:t>
            </a:r>
            <a:r>
              <a:rPr lang="en-US" dirty="0"/>
              <a:t>from a </a:t>
            </a:r>
            <a:r>
              <a:rPr lang="en-US"/>
              <a:t>registered </a:t>
            </a:r>
            <a:r>
              <a:rPr lang="en-US" dirty="0"/>
              <a:t>soil profile. The laboratory file came, by a modification</a:t>
            </a:r>
            <a:r>
              <a:rPr lang="en-US"/>
              <a:t>, </a:t>
            </a:r>
            <a:r>
              <a:rPr lang="en-US" dirty="0"/>
              <a:t>from a registered </a:t>
            </a:r>
            <a:r>
              <a:rPr lang="en-US"/>
              <a:t>laboratory measurement</a:t>
            </a:r>
            <a:r>
              <a:rPr lang="en-US" dirty="0"/>
              <a:t>. Those two registered</a:t>
            </a:r>
            <a:r>
              <a:rPr lang="en-US"/>
              <a:t> files</a:t>
            </a:r>
            <a:r>
              <a:rPr lang="en-US" dirty="0"/>
              <a:t> are the roots.</a:t>
            </a:r>
          </a:p>
          <a:p>
            <a:r>
              <a:rPr lang="en-US" dirty="0"/>
              <a:t>This runs on the actual Florida Soil Characterization Data, with real profile and horizon identifiers</a:t>
            </a:r>
            <a:r>
              <a:rPr lang="en-US"/>
              <a:t>. </a:t>
            </a:r>
            <a:r>
              <a:rPr lang="en-US" dirty="0"/>
              <a:t>And </a:t>
            </a:r>
            <a:r>
              <a:rPr lang="en-US"/>
              <a:t>the </a:t>
            </a:r>
            <a:r>
              <a:rPr lang="en-US" dirty="0"/>
              <a:t>result </a:t>
            </a:r>
            <a:r>
              <a:rPr lang="en-US"/>
              <a:t>is the </a:t>
            </a:r>
            <a:r>
              <a:rPr lang="en-US" dirty="0"/>
              <a:t>line at the bottom</a:t>
            </a:r>
            <a:r>
              <a:rPr lang="en-US"/>
              <a:t>. </a:t>
            </a:r>
            <a:r>
              <a:rPr lang="en-US" dirty="0"/>
              <a:t>From one </a:t>
            </a:r>
            <a:r>
              <a:rPr lang="en-US"/>
              <a:t>File ID</a:t>
            </a:r>
            <a:r>
              <a:rPr lang="en-US" dirty="0"/>
              <a:t>, with no upstream organization contacted,</a:t>
            </a:r>
            <a:r>
              <a:rPr lang="en-US"/>
              <a:t> the credit</a:t>
            </a:r>
            <a:r>
              <a:rPr lang="en-US" dirty="0"/>
              <a:t> resolves back to the registered field and laboratory files it was made from</a:t>
            </a:r>
            <a:r>
              <a:rPr lang="en-US"/>
              <a:t>. </a:t>
            </a:r>
            <a:r>
              <a:rPr lang="en-US" dirty="0"/>
              <a:t>That</a:t>
            </a:r>
            <a:r>
              <a:rPr lang="en-US"/>
              <a:t>, </a:t>
            </a:r>
            <a:r>
              <a:rPr lang="en-US" dirty="0"/>
              <a:t>on one real </a:t>
            </a:r>
            <a:r>
              <a:rPr lang="en-US"/>
              <a:t>credit, </a:t>
            </a:r>
            <a:r>
              <a:rPr lang="en-US" dirty="0"/>
              <a:t>is the whole dissertation working end to end</a:t>
            </a:r>
            <a:r>
              <a:rPr lang="en-US"/>
              <a:t>.</a:t>
            </a:r>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So</a:t>
            </a:r>
            <a:r>
              <a:rPr lang="en-US" dirty="0"/>
              <a:t>,</a:t>
            </a:r>
            <a:r>
              <a:rPr lang="en-US"/>
              <a:t> Chapter 5 </a:t>
            </a:r>
            <a:r>
              <a:rPr lang="en-US" dirty="0"/>
              <a:t>in three lines</a:t>
            </a:r>
            <a:r>
              <a:rPr lang="en-US"/>
              <a:t>. </a:t>
            </a:r>
            <a:r>
              <a:rPr lang="en-US" dirty="0"/>
              <a:t>DEMETER demonstrates the full platform </a:t>
            </a:r>
            <a:r>
              <a:rPr lang="en-US"/>
              <a:t>on </a:t>
            </a:r>
            <a:r>
              <a:rPr lang="en-US" dirty="0"/>
              <a:t>a real carbon </a:t>
            </a:r>
            <a:r>
              <a:rPr lang="en-US"/>
              <a:t>credit, </a:t>
            </a:r>
            <a:r>
              <a:rPr lang="en-US" dirty="0"/>
              <a:t>addressing verification, traceability</a:t>
            </a:r>
            <a:r>
              <a:rPr lang="en-US"/>
              <a:t>, and transformation </a:t>
            </a:r>
            <a:r>
              <a:rPr lang="en-US" dirty="0"/>
              <a:t>together in one case, not three separate toy examples</a:t>
            </a:r>
            <a:r>
              <a:rPr lang="en-US"/>
              <a:t>. </a:t>
            </a:r>
            <a:r>
              <a:rPr lang="en-US" dirty="0"/>
              <a:t>It shows that </a:t>
            </a:r>
            <a:r>
              <a:rPr lang="en-US"/>
              <a:t>the </a:t>
            </a:r>
            <a:r>
              <a:rPr lang="en-US" dirty="0"/>
              <a:t>design holds up on genuinely complex data sharing, where files are transferred and transformed through several different paths </a:t>
            </a:r>
            <a:r>
              <a:rPr lang="en-US"/>
              <a:t>and </a:t>
            </a:r>
            <a:r>
              <a:rPr lang="en-US" dirty="0"/>
              <a:t>still resolve correctly</a:t>
            </a:r>
            <a:r>
              <a:rPr lang="en-US"/>
              <a:t>. And the </a:t>
            </a:r>
            <a:r>
              <a:rPr lang="en-US" dirty="0"/>
              <a:t>outcome for a stakeholder is simple to state</a:t>
            </a:r>
            <a:r>
              <a:rPr lang="en-US"/>
              <a:t>, </a:t>
            </a:r>
            <a:r>
              <a:rPr lang="en-US" dirty="0"/>
              <a:t>and it is the whole point</a:t>
            </a:r>
            <a:r>
              <a:rPr lang="en-US"/>
              <a:t>. </a:t>
            </a:r>
            <a:r>
              <a:rPr lang="en-US" dirty="0"/>
              <a:t>They can finally see the full lifecycle of the data, and that visibility is what improves transparency, and with it</a:t>
            </a:r>
            <a:r>
              <a:rPr lang="en-US"/>
              <a:t>, </a:t>
            </a:r>
            <a:r>
              <a:rPr lang="en-US" dirty="0"/>
              <a:t>trust</a:t>
            </a:r>
            <a:r>
              <a:rPr lang="en-US"/>
              <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 me </a:t>
            </a:r>
            <a:r>
              <a:rPr lang="en-US"/>
              <a:t>conclude</a:t>
            </a:r>
            <a:r>
              <a:rPr lang="en-US" dirty="0"/>
              <a:t> by returning to exactly where we started. Agricultural data is shared under voluntary participation, with no record of where a file came from or how it changed</a:t>
            </a:r>
            <a:r>
              <a:rPr lang="en-US"/>
              <a:t>, </a:t>
            </a:r>
            <a:r>
              <a:rPr lang="en-US" dirty="0"/>
              <a:t>so it cannot be trusted. This work makes </a:t>
            </a:r>
            <a:r>
              <a:rPr lang="en-US"/>
              <a:t>four contributions </a:t>
            </a:r>
            <a:r>
              <a:rPr lang="en-US" dirty="0"/>
              <a:t>to that problem.</a:t>
            </a:r>
          </a:p>
          <a:p>
            <a:r>
              <a:rPr lang="en-US" dirty="0"/>
              <a:t>It reframes trust</a:t>
            </a:r>
            <a:r>
              <a:rPr lang="en-US"/>
              <a:t>: </a:t>
            </a:r>
            <a:r>
              <a:rPr lang="en-US" dirty="0"/>
              <a:t>trust comes from a transparent record that a data user can read, not from forcing every organization to take part. From Chapter 3</a:t>
            </a:r>
            <a:r>
              <a:rPr lang="en-US"/>
              <a:t>, </a:t>
            </a:r>
            <a:r>
              <a:rPr lang="en-US" dirty="0"/>
              <a:t>verification and traceability confirm an </a:t>
            </a:r>
            <a:r>
              <a:rPr lang="en-US"/>
              <a:t>unchanged</a:t>
            </a:r>
            <a:r>
              <a:rPr lang="en-US" dirty="0"/>
              <a:t> file's origin and recover its transfer path. From Chapter 4</a:t>
            </a:r>
            <a:r>
              <a:rPr lang="en-US"/>
              <a:t>, transformation </a:t>
            </a:r>
            <a:r>
              <a:rPr lang="en-US" dirty="0"/>
              <a:t>traces a </a:t>
            </a:r>
            <a:r>
              <a:rPr lang="en-US"/>
              <a:t>changed </a:t>
            </a:r>
            <a:r>
              <a:rPr lang="en-US" dirty="0"/>
              <a:t>file back to its declared sources</a:t>
            </a:r>
            <a:r>
              <a:rPr lang="en-US"/>
              <a:t>, and </a:t>
            </a:r>
            <a:r>
              <a:rPr lang="en-US" dirty="0"/>
              <a:t>reports an undeclared step instead of crossing it</a:t>
            </a:r>
            <a:r>
              <a:rPr lang="en-US"/>
              <a:t>. And </a:t>
            </a:r>
            <a:r>
              <a:rPr lang="en-US" dirty="0"/>
              <a:t>DEMETER integrates both on one shared record, demonstrated on real data.</a:t>
            </a:r>
          </a:p>
          <a:p>
            <a:r>
              <a:rPr lang="en-US" dirty="0"/>
              <a:t>Now, </a:t>
            </a:r>
            <a:r>
              <a:rPr lang="en-US"/>
              <a:t>the boundary is deliberate</a:t>
            </a:r>
            <a:r>
              <a:rPr lang="en-US" dirty="0"/>
              <a:t>, and I want to end on it plainly, because it is the most honest thing I can say about this work. The platform establishes attribution. It establishes who declared what, and how the files connect to each other. It does not establish the truth of the underlying data itself. Validation of the actual measurements sits in a layer above this one</a:t>
            </a:r>
            <a:r>
              <a:rPr lang="en-US"/>
              <a:t>. </a:t>
            </a:r>
            <a:r>
              <a:rPr lang="en-US" dirty="0"/>
              <a:t>What this dissertation provides is the evidence layer underneath that, the traceable record that makes validation, </a:t>
            </a:r>
            <a:r>
              <a:rPr lang="en-US"/>
              <a:t>and </a:t>
            </a:r>
            <a:r>
              <a:rPr lang="en-US" dirty="0"/>
              <a:t>real </a:t>
            </a:r>
            <a:r>
              <a:rPr lang="en-US"/>
              <a:t>accountability, </a:t>
            </a:r>
            <a:r>
              <a:rPr lang="en-US" dirty="0"/>
              <a:t>possible in the first place. In an industry where data is becoming the commodity</a:t>
            </a:r>
            <a:r>
              <a:rPr lang="en-US"/>
              <a:t>, </a:t>
            </a:r>
            <a:r>
              <a:rPr lang="en-US" dirty="0"/>
              <a:t>that record </a:t>
            </a:r>
            <a:r>
              <a:rPr lang="en-US"/>
              <a:t>is </a:t>
            </a:r>
            <a:r>
              <a:rPr lang="en-US" dirty="0"/>
              <a:t>what the people in </a:t>
            </a:r>
            <a:r>
              <a:rPr lang="en-US"/>
              <a:t>the </a:t>
            </a:r>
            <a:r>
              <a:rPr lang="en-US" dirty="0"/>
              <a:t>chain have been missing</a:t>
            </a:r>
            <a:r>
              <a:rPr lang="en-US"/>
              <a:t>.</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And that </a:t>
            </a:r>
            <a:r>
              <a:rPr lang="en-US"/>
              <a:t>boundary points directly to </a:t>
            </a:r>
            <a:r>
              <a:rPr lang="en-US" dirty="0"/>
              <a:t>the </a:t>
            </a:r>
            <a:r>
              <a:rPr lang="en-US"/>
              <a:t>future work. </a:t>
            </a:r>
            <a:r>
              <a:rPr lang="en-US" dirty="0"/>
              <a:t>Three services can build on this layer. </a:t>
            </a:r>
            <a:r>
              <a:rPr lang="en-US"/>
              <a:t>Content validation</a:t>
            </a:r>
            <a:r>
              <a:rPr lang="en-US" dirty="0"/>
              <a:t>:</a:t>
            </a:r>
            <a:r>
              <a:rPr lang="en-US"/>
              <a:t> re-execute a declared transformation, </a:t>
            </a:r>
            <a:r>
              <a:rPr lang="en-US" dirty="0"/>
              <a:t>which turns a </a:t>
            </a:r>
            <a:r>
              <a:rPr lang="en-US"/>
              <a:t>declared </a:t>
            </a:r>
            <a:r>
              <a:rPr lang="en-US" dirty="0"/>
              <a:t>link </a:t>
            </a:r>
            <a:r>
              <a:rPr lang="en-US"/>
              <a:t>into </a:t>
            </a:r>
            <a:r>
              <a:rPr lang="en-US" dirty="0"/>
              <a:t>a </a:t>
            </a:r>
            <a:r>
              <a:rPr lang="en-US"/>
              <a:t>verified </a:t>
            </a:r>
            <a:r>
              <a:rPr lang="en-US" dirty="0"/>
              <a:t>one, and begins to close the gap between declared and true that I described in Chapter 4</a:t>
            </a:r>
            <a:r>
              <a:rPr lang="en-US"/>
              <a:t>. System interoperability</a:t>
            </a:r>
            <a:r>
              <a:rPr lang="en-US" dirty="0"/>
              <a:t>:</a:t>
            </a:r>
            <a:r>
              <a:rPr lang="en-US"/>
              <a:t> reconcile </a:t>
            </a:r>
            <a:r>
              <a:rPr lang="en-US" dirty="0"/>
              <a:t>the different </a:t>
            </a:r>
            <a:r>
              <a:rPr lang="en-US"/>
              <a:t>vocabularies </a:t>
            </a:r>
            <a:r>
              <a:rPr lang="en-US" dirty="0"/>
              <a:t>that different </a:t>
            </a:r>
            <a:r>
              <a:rPr lang="en-US"/>
              <a:t>organizations</a:t>
            </a:r>
            <a:r>
              <a:rPr lang="en-US" dirty="0"/>
              <a:t> use</a:t>
            </a:r>
            <a:r>
              <a:rPr lang="en-US"/>
              <a:t>, </a:t>
            </a:r>
            <a:r>
              <a:rPr lang="en-US" dirty="0"/>
              <a:t>so their records line up cleanly across organizational lines</a:t>
            </a:r>
            <a:r>
              <a:rPr lang="en-US"/>
              <a:t>. </a:t>
            </a:r>
            <a:r>
              <a:rPr lang="en-US" dirty="0"/>
              <a:t>And usage-rights </a:t>
            </a:r>
            <a:r>
              <a:rPr lang="en-US"/>
              <a:t>enforcement</a:t>
            </a:r>
            <a:r>
              <a:rPr lang="en-US" dirty="0"/>
              <a:t>: act on the terms attached to the data, not only</a:t>
            </a:r>
            <a:r>
              <a:rPr lang="en-US"/>
              <a:t> record </a:t>
            </a:r>
            <a:r>
              <a:rPr lang="en-US" dirty="0"/>
              <a:t>that they exist</a:t>
            </a:r>
            <a:r>
              <a:rPr lang="en-US"/>
              <a:t>. </a:t>
            </a:r>
            <a:r>
              <a:rPr lang="en-US" dirty="0"/>
              <a:t>Each of </a:t>
            </a:r>
            <a:r>
              <a:rPr lang="en-US"/>
              <a:t>these</a:t>
            </a:r>
            <a:r>
              <a:rPr lang="en-US" dirty="0"/>
              <a:t> sits on top of the provenance layer that this dissertation builds</a:t>
            </a:r>
            <a:r>
              <a:rPr lang="en-US"/>
              <a:t>, </a:t>
            </a:r>
            <a:r>
              <a:rPr lang="en-US" dirty="0"/>
              <a:t>which </a:t>
            </a:r>
            <a:r>
              <a:rPr lang="en-US"/>
              <a:t>is </a:t>
            </a:r>
            <a:r>
              <a:rPr lang="en-US" dirty="0"/>
              <a:t>why getting that layer right was </a:t>
            </a:r>
            <a:r>
              <a:rPr lang="en-US"/>
              <a:t>the </a:t>
            </a:r>
            <a:r>
              <a:rPr lang="en-US" dirty="0"/>
              <a:t>necessary first </a:t>
            </a:r>
            <a:r>
              <a:rPr lang="en-US"/>
              <a:t>step.</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For completeness, the </a:t>
            </a:r>
            <a:r>
              <a:rPr lang="en-US"/>
              <a:t>work is moving through the publication pipeline. The </a:t>
            </a:r>
            <a:r>
              <a:rPr lang="en-US" dirty="0"/>
              <a:t>agricultural carbon market </a:t>
            </a:r>
            <a:r>
              <a:rPr lang="en-US"/>
              <a:t>paper is published</a:t>
            </a:r>
            <a:r>
              <a:rPr lang="en-US" dirty="0"/>
              <a:t>. The </a:t>
            </a:r>
            <a:r>
              <a:rPr lang="en-US"/>
              <a:t>cross-sectoral </a:t>
            </a:r>
            <a:r>
              <a:rPr lang="en-US" dirty="0"/>
              <a:t>data-sharing </a:t>
            </a:r>
            <a:r>
              <a:rPr lang="en-US"/>
              <a:t>review is under review</a:t>
            </a:r>
            <a:r>
              <a:rPr lang="en-US" dirty="0"/>
              <a:t>. The three core papers, on verification, on transformation</a:t>
            </a:r>
            <a:r>
              <a:rPr lang="en-US"/>
              <a:t>, and </a:t>
            </a:r>
            <a:r>
              <a:rPr lang="en-US" dirty="0"/>
              <a:t>on </a:t>
            </a:r>
            <a:r>
              <a:rPr lang="en-US"/>
              <a:t>the </a:t>
            </a:r>
            <a:r>
              <a:rPr lang="en-US" dirty="0"/>
              <a:t>DEMETER platform, </a:t>
            </a:r>
            <a:r>
              <a:rPr lang="en-US"/>
              <a:t>are in revision</a:t>
            </a:r>
            <a:r>
              <a:rPr lang="en-US" dirty="0"/>
              <a:t>. And </a:t>
            </a:r>
            <a:r>
              <a:rPr lang="en-US"/>
              <a:t>a patent on DEMETER</a:t>
            </a:r>
            <a:r>
              <a:rPr lang="en-US" dirty="0"/>
              <a:t> is</a:t>
            </a:r>
            <a:r>
              <a:rPr lang="en-US"/>
              <a:t> planned.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 want to thank my advisor, Dr. Yu, and my co-advisor, Dr. </a:t>
            </a:r>
            <a:r>
              <a:rPr lang="en-US" dirty="0" err="1"/>
              <a:t>Ampatzidis</a:t>
            </a:r>
            <a:r>
              <a:rPr lang="en-US" dirty="0"/>
              <a:t>, and the rest of my committee, Dr. Grunwald, Dr. Pavan, Dr. Boz, and Dr. Graim, for their guidance. The soil data was provided by Dr. Grunwald, the Florida Soil Characterization Data, used with permission. And this work was supported by the University of Florida, IFAS, and the Agricultural and Biological Engineering department, through the 2022 Pathfinder Fellowship.</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I would be glad to take your questions.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Closest works] "How does this differ from Marchioro or AgriTrust." Two axes: it separates verification from transformation tracing where they combine them, and it treats non-participation as a visible absence where they require every organization to join.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Why Hyperledger Fabric] "Why Fabric over other permissioned ledgers." It replicates one ledger across a channel, so a later data user can read records written by organizations it never dealt with; it ties each write to a certificate; and it runs the general-purpose contracts the rules depend on. Corda shares per-transaction only; Quorum and Besu charge a fee per write.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Identifier collision] "What if a sample identifier is reused." LAB_NUM 842 appears in two profiles; identifier matching returns both, ambiguous; tracing by the content File ID returns exactly one. The demo runs on this exact collision case.</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Threat model] "What does it stop, and what does it not." Stopped automatically: tampering after registration, and re-registering the same file. Not blocked but made attributable: registering an altered file under a new identifier, declaring a false derivation, and choosing not to record. The guarantee is that no single organization can alter a committed record, every record is attributable, and absence is visible. Malicious ordering is left to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Chaincode operations] The six operations: registration, transfer, origin verification, transfer tracing, declaration, transformation tracing.</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Soil carbon stock] The SOC formula; the followed horizon gives about 9.86 Mg C per hectare. The demo follows the units the dataset records and does not re-derive the magnitude. The field-survey versus laboratory partition follows columns that genuinely exist in the data; the NRCS and UF organizational roles are a demonstration modeling assignment grounded in the FSCD metadata, not a per-horizon attribution in the raw data.</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 Literature selection] 113 agricultural blockchain articles after PRISMA-ScR screening, organized into three function classes: data verification, transformation integrity, and system interoperability. The first two are rarely built as inspections an outside data user can perform.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Picture 1"/>
          <p:cNvPicPr>
            <a:picLocks noChangeAspect="1"/>
          </p:cNvPicPr>
          <p:nvPr userDrawn="1"/>
        </p:nvPicPr>
        <p:blipFill>
          <a:blip r:embed="rId2"/>
          <a:stretch>
            <a:fillRect/>
          </a:stretch>
        </p:blipFill>
        <p:spPr>
          <a:xfrm>
            <a:off x="0" y="762"/>
            <a:ext cx="9141291" cy="5141976"/>
          </a:xfrm>
          <a:prstGeom prst="rect">
            <a:avLst/>
          </a:prstGeom>
        </p:spPr>
      </p:pic>
      <p:sp>
        <p:nvSpPr>
          <p:cNvPr id="6" name="Title 1"/>
          <p:cNvSpPr>
            <a:spLocks noGrp="1"/>
          </p:cNvSpPr>
          <p:nvPr>
            <p:ph type="title" hasCustomPrompt="1"/>
          </p:nvPr>
        </p:nvSpPr>
        <p:spPr>
          <a:xfrm>
            <a:off x="871298" y="1676188"/>
            <a:ext cx="8272702" cy="1334281"/>
          </a:xfrm>
        </p:spPr>
        <p:txBody>
          <a:bodyPr/>
          <a:lstStyle>
            <a:lvl1pPr algn="l">
              <a:lnSpc>
                <a:spcPct val="80000"/>
              </a:lnSpc>
              <a:defRPr sz="4800">
                <a:solidFill>
                  <a:schemeClr val="bg1"/>
                </a:solidFill>
              </a:defRPr>
            </a:lvl1pPr>
          </a:lstStyle>
          <a:p>
            <a:r>
              <a:rPr lang="en-US"/>
              <a:t>Presentation Title</a:t>
            </a:r>
            <a:br>
              <a:rPr lang="en-US"/>
            </a:br>
            <a:r>
              <a:rPr lang="en-US"/>
              <a:t>With Two Lines</a:t>
            </a:r>
          </a:p>
        </p:txBody>
      </p:sp>
      <p:sp>
        <p:nvSpPr>
          <p:cNvPr id="7" name="Text Placeholder 3"/>
          <p:cNvSpPr>
            <a:spLocks noGrp="1"/>
          </p:cNvSpPr>
          <p:nvPr>
            <p:ph type="body" sz="half" idx="2" hasCustomPrompt="1"/>
          </p:nvPr>
        </p:nvSpPr>
        <p:spPr>
          <a:xfrm>
            <a:off x="871299" y="3095756"/>
            <a:ext cx="8681355" cy="581025"/>
          </a:xfrm>
        </p:spPr>
        <p:txBody>
          <a:bodyPr rtlCol="0">
            <a:noAutofit/>
          </a:bodyPr>
          <a:lstStyle>
            <a:lvl1pPr marL="0" indent="0" algn="l">
              <a:buNone/>
              <a:defRPr kumimoji="0" sz="2400" b="0" i="0" u="none" strike="noStrike" kern="1200" cap="none" spc="0" normalizeH="0" baseline="0">
                <a:ln>
                  <a:noFill/>
                </a:ln>
                <a:solidFill>
                  <a:schemeClr val="bg1"/>
                </a:solidFill>
                <a:effectLst/>
                <a:uLnTx/>
                <a:uFillTx/>
                <a:latin typeface="Arial"/>
                <a:ea typeface="+mj-ea"/>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Presentation Subtitle</a:t>
            </a:r>
          </a:p>
        </p:txBody>
      </p:sp>
    </p:spTree>
    <p:extLst>
      <p:ext uri="{BB962C8B-B14F-4D97-AF65-F5344CB8AC3E}">
        <p14:creationId xmlns:p14="http://schemas.microsoft.com/office/powerpoint/2010/main" val="1276722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Rectangle 5"/>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2"/>
          <a:stretch>
            <a:fillRect/>
          </a:stretch>
        </p:blipFill>
        <p:spPr>
          <a:xfrm>
            <a:off x="0" y="762"/>
            <a:ext cx="9141291" cy="5141976"/>
          </a:xfrm>
          <a:prstGeom prst="rect">
            <a:avLst/>
          </a:prstGeom>
        </p:spPr>
      </p:pic>
      <p:sp>
        <p:nvSpPr>
          <p:cNvPr id="5" name="TextBox 4"/>
          <p:cNvSpPr txBox="1"/>
          <p:nvPr userDrawn="1"/>
        </p:nvSpPr>
        <p:spPr>
          <a:xfrm>
            <a:off x="786685" y="1042513"/>
            <a:ext cx="2170484" cy="646331"/>
          </a:xfrm>
          <a:prstGeom prst="rect">
            <a:avLst/>
          </a:prstGeom>
          <a:noFill/>
        </p:spPr>
        <p:txBody>
          <a:bodyPr wrap="square" rtlCol="0">
            <a:spAutoFit/>
          </a:bodyPr>
          <a:lstStyle/>
          <a:p>
            <a:r>
              <a:rPr lang="en-US" sz="1200" b="0" i="0">
                <a:solidFill>
                  <a:schemeClr val="bg1"/>
                </a:solidFill>
                <a:latin typeface="Cambria"/>
                <a:cs typeface="Cambria"/>
              </a:rPr>
              <a:t>DEPARTMENT OR UNIT NAME.</a:t>
            </a:r>
            <a:r>
              <a:rPr lang="en-US" sz="1200" b="0" i="0" baseline="0">
                <a:solidFill>
                  <a:schemeClr val="bg1"/>
                </a:solidFill>
                <a:latin typeface="Cambria"/>
                <a:cs typeface="Cambria"/>
              </a:rPr>
              <a:t> DELETE FROM MASTER SLIDE IF N/A</a:t>
            </a:r>
            <a:endParaRPr lang="en-US" sz="1200" b="0" i="0">
              <a:solidFill>
                <a:schemeClr val="bg1"/>
              </a:solidFill>
              <a:latin typeface="Cambria"/>
              <a:cs typeface="Cambria"/>
            </a:endParaRPr>
          </a:p>
        </p:txBody>
      </p:sp>
      <p:sp>
        <p:nvSpPr>
          <p:cNvPr id="8" name="Title 1"/>
          <p:cNvSpPr>
            <a:spLocks noGrp="1"/>
          </p:cNvSpPr>
          <p:nvPr>
            <p:ph type="title" hasCustomPrompt="1"/>
          </p:nvPr>
        </p:nvSpPr>
        <p:spPr>
          <a:xfrm>
            <a:off x="871298" y="2140561"/>
            <a:ext cx="8272702" cy="1334281"/>
          </a:xfrm>
        </p:spPr>
        <p:txBody>
          <a:bodyPr/>
          <a:lstStyle>
            <a:lvl1pPr algn="l">
              <a:lnSpc>
                <a:spcPct val="80000"/>
              </a:lnSpc>
              <a:defRPr sz="4800">
                <a:solidFill>
                  <a:schemeClr val="bg1"/>
                </a:solidFill>
              </a:defRPr>
            </a:lvl1pPr>
          </a:lstStyle>
          <a:p>
            <a:r>
              <a:rPr lang="en-US"/>
              <a:t>Presentation Title</a:t>
            </a:r>
            <a:br>
              <a:rPr lang="en-US"/>
            </a:br>
            <a:r>
              <a:rPr lang="en-US"/>
              <a:t>With Two Lines</a:t>
            </a:r>
          </a:p>
        </p:txBody>
      </p:sp>
      <p:sp>
        <p:nvSpPr>
          <p:cNvPr id="9" name="Text Placeholder 3"/>
          <p:cNvSpPr>
            <a:spLocks noGrp="1"/>
          </p:cNvSpPr>
          <p:nvPr>
            <p:ph type="body" sz="half" idx="2" hasCustomPrompt="1"/>
          </p:nvPr>
        </p:nvSpPr>
        <p:spPr>
          <a:xfrm>
            <a:off x="871299" y="3560129"/>
            <a:ext cx="8681355" cy="581025"/>
          </a:xfrm>
        </p:spPr>
        <p:txBody>
          <a:bodyPr rtlCol="0">
            <a:noAutofit/>
          </a:bodyPr>
          <a:lstStyle>
            <a:lvl1pPr marL="0" indent="0" algn="l">
              <a:buNone/>
              <a:defRPr kumimoji="0" sz="2400" b="0" i="0" u="none" strike="noStrike" kern="1200" cap="none" spc="0" normalizeH="0" baseline="0">
                <a:ln>
                  <a:noFill/>
                </a:ln>
                <a:solidFill>
                  <a:schemeClr val="bg1"/>
                </a:solidFill>
                <a:effectLst/>
                <a:uLnTx/>
                <a:uFillTx/>
                <a:latin typeface="Arial"/>
                <a:ea typeface="+mj-ea"/>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Presentation Subtitle</a:t>
            </a:r>
          </a:p>
        </p:txBody>
      </p:sp>
    </p:spTree>
    <p:extLst>
      <p:ext uri="{BB962C8B-B14F-4D97-AF65-F5344CB8AC3E}">
        <p14:creationId xmlns:p14="http://schemas.microsoft.com/office/powerpoint/2010/main" val="2849426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153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773C5B-8451-4282-AFD5-E09E501DEA55}"/>
              </a:ext>
            </a:extLst>
          </p:cNvPr>
          <p:cNvSpPr/>
          <p:nvPr userDrawn="1"/>
        </p:nvSpPr>
        <p:spPr>
          <a:xfrm>
            <a:off x="787400" y="371475"/>
            <a:ext cx="5927725" cy="2603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ext Placeholder 11">
            <a:extLst>
              <a:ext uri="{FF2B5EF4-FFF2-40B4-BE49-F238E27FC236}">
                <a16:creationId xmlns:a16="http://schemas.microsoft.com/office/drawing/2014/main" id="{114DFC03-D23E-4081-BA84-F703571C7A27}"/>
              </a:ext>
            </a:extLst>
          </p:cNvPr>
          <p:cNvSpPr>
            <a:spLocks noGrp="1"/>
          </p:cNvSpPr>
          <p:nvPr>
            <p:ph type="body" sz="quarter" idx="10"/>
          </p:nvPr>
        </p:nvSpPr>
        <p:spPr>
          <a:xfrm>
            <a:off x="137556" y="4733924"/>
            <a:ext cx="304800" cy="327025"/>
          </a:xfrm>
        </p:spPr>
        <p:txBody>
          <a:bodyPr/>
          <a:lstStyle>
            <a:lvl1pPr marL="0" indent="0">
              <a:buFontTx/>
              <a:buNone/>
              <a:defRPr sz="1200">
                <a:latin typeface="Calibri" panose="020F0502020204030204" pitchFamily="34" charset="0"/>
                <a:cs typeface="Calibri" panose="020F0502020204030204" pitchFamily="34" charset="0"/>
              </a:defRPr>
            </a:lvl1pPr>
          </a:lstStyle>
          <a:p>
            <a:pPr lvl="0"/>
            <a:endParaRPr lang="en-US"/>
          </a:p>
        </p:txBody>
      </p:sp>
    </p:spTree>
    <p:extLst>
      <p:ext uri="{BB962C8B-B14F-4D97-AF65-F5344CB8AC3E}">
        <p14:creationId xmlns:p14="http://schemas.microsoft.com/office/powerpoint/2010/main" val="202756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ext Placeholder 2"/>
          <p:cNvSpPr>
            <a:spLocks noGrp="1"/>
          </p:cNvSpPr>
          <p:nvPr>
            <p:ph idx="1"/>
          </p:nvPr>
        </p:nvSpPr>
        <p:spPr bwMode="auto">
          <a:xfrm>
            <a:off x="289956" y="1722826"/>
            <a:ext cx="7556500" cy="31087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p:cNvSpPr>
            <a:spLocks noGrp="1"/>
          </p:cNvSpPr>
          <p:nvPr>
            <p:ph type="title"/>
          </p:nvPr>
        </p:nvSpPr>
        <p:spPr bwMode="auto">
          <a:xfrm>
            <a:off x="289956" y="893853"/>
            <a:ext cx="7556500" cy="837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5" name="Rectangle 4">
            <a:extLst>
              <a:ext uri="{FF2B5EF4-FFF2-40B4-BE49-F238E27FC236}">
                <a16:creationId xmlns:a16="http://schemas.microsoft.com/office/drawing/2014/main" id="{4F7EFB99-C5A2-4188-94E9-D61A724265E1}"/>
              </a:ext>
            </a:extLst>
          </p:cNvPr>
          <p:cNvSpPr/>
          <p:nvPr userDrawn="1"/>
        </p:nvSpPr>
        <p:spPr>
          <a:xfrm>
            <a:off x="787400" y="371475"/>
            <a:ext cx="5927725" cy="2603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11">
            <a:extLst>
              <a:ext uri="{FF2B5EF4-FFF2-40B4-BE49-F238E27FC236}">
                <a16:creationId xmlns:a16="http://schemas.microsoft.com/office/drawing/2014/main" id="{A3702338-5ADD-4D57-A90B-C0014564A033}"/>
              </a:ext>
            </a:extLst>
          </p:cNvPr>
          <p:cNvSpPr>
            <a:spLocks noGrp="1"/>
          </p:cNvSpPr>
          <p:nvPr>
            <p:ph type="body" sz="quarter" idx="10"/>
          </p:nvPr>
        </p:nvSpPr>
        <p:spPr>
          <a:xfrm>
            <a:off x="137556" y="4727574"/>
            <a:ext cx="304800" cy="327025"/>
          </a:xfrm>
        </p:spPr>
        <p:txBody>
          <a:bodyPr/>
          <a:lstStyle>
            <a:lvl1pPr marL="0" indent="0">
              <a:buFontTx/>
              <a:buNone/>
              <a:defRPr sz="1200">
                <a:latin typeface="Calibri" panose="020F0502020204030204" pitchFamily="34" charset="0"/>
                <a:cs typeface="Calibri" panose="020F0502020204030204" pitchFamily="34" charset="0"/>
              </a:defRPr>
            </a:lvl1pPr>
          </a:lstStyle>
          <a:p>
            <a:pPr lvl="0"/>
            <a:endParaRPr lang="en-US"/>
          </a:p>
        </p:txBody>
      </p:sp>
    </p:spTree>
    <p:extLst>
      <p:ext uri="{BB962C8B-B14F-4D97-AF65-F5344CB8AC3E}">
        <p14:creationId xmlns:p14="http://schemas.microsoft.com/office/powerpoint/2010/main" val="405278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3821" y="2142597"/>
            <a:ext cx="7763657" cy="2611257"/>
          </a:xfrm>
        </p:spPr>
        <p:txBody>
          <a:bodyPr>
            <a:normAutofit/>
          </a:bodyPr>
          <a:lstStyle>
            <a:lvl1pPr>
              <a:defRPr sz="1800">
                <a:latin typeface="Cambria"/>
                <a:cs typeface="Cambria"/>
              </a:defRPr>
            </a:lvl1pPr>
            <a:lvl2pPr>
              <a:defRPr sz="1800">
                <a:latin typeface="Cambria"/>
                <a:cs typeface="Cambria"/>
              </a:defRPr>
            </a:lvl2pPr>
            <a:lvl3pPr>
              <a:defRPr sz="1800">
                <a:latin typeface="Cambria"/>
                <a:cs typeface="Cambria"/>
              </a:defRPr>
            </a:lvl3pPr>
            <a:lvl4pPr>
              <a:defRPr sz="1800">
                <a:latin typeface="Cambria"/>
                <a:cs typeface="Cambria"/>
              </a:defRPr>
            </a:lvl4pPr>
            <a:lvl5pPr>
              <a:defRPr sz="1800">
                <a:latin typeface="Cambria"/>
                <a:cs typeface="Cambria"/>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Text Placeholder 3"/>
          <p:cNvSpPr>
            <a:spLocks noGrp="1"/>
          </p:cNvSpPr>
          <p:nvPr>
            <p:ph type="body" sz="half" idx="10"/>
          </p:nvPr>
        </p:nvSpPr>
        <p:spPr>
          <a:xfrm>
            <a:off x="293821" y="1500290"/>
            <a:ext cx="7763657" cy="581025"/>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Arial"/>
                <a:ea typeface="+mj-ea"/>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itle Placeholder 1"/>
          <p:cNvSpPr>
            <a:spLocks noGrp="1"/>
          </p:cNvSpPr>
          <p:nvPr>
            <p:ph type="title"/>
          </p:nvPr>
        </p:nvSpPr>
        <p:spPr bwMode="auto">
          <a:xfrm>
            <a:off x="289956" y="893853"/>
            <a:ext cx="7556500" cy="837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6" name="Rectangle 5">
            <a:extLst>
              <a:ext uri="{FF2B5EF4-FFF2-40B4-BE49-F238E27FC236}">
                <a16:creationId xmlns:a16="http://schemas.microsoft.com/office/drawing/2014/main" id="{939799E9-6846-4286-951C-C0DE348CA547}"/>
              </a:ext>
            </a:extLst>
          </p:cNvPr>
          <p:cNvSpPr/>
          <p:nvPr userDrawn="1"/>
        </p:nvSpPr>
        <p:spPr>
          <a:xfrm>
            <a:off x="787400" y="371475"/>
            <a:ext cx="5927725" cy="2603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4D9CE272-C6E3-468C-8581-24466A256910}"/>
              </a:ext>
            </a:extLst>
          </p:cNvPr>
          <p:cNvSpPr txBox="1"/>
          <p:nvPr userDrawn="1"/>
        </p:nvSpPr>
        <p:spPr>
          <a:xfrm>
            <a:off x="116021" y="4815136"/>
            <a:ext cx="355600" cy="276999"/>
          </a:xfrm>
          <a:prstGeom prst="rect">
            <a:avLst/>
          </a:prstGeom>
          <a:noFill/>
        </p:spPr>
        <p:txBody>
          <a:bodyPr wrap="square" rtlCol="0">
            <a:spAutoFit/>
          </a:bodyPr>
          <a:lstStyle/>
          <a:p>
            <a:endParaRPr lang="en-US" sz="1200">
              <a:latin typeface="Calibri" panose="020F0502020204030204" pitchFamily="34" charset="0"/>
              <a:cs typeface="Calibri" panose="020F0502020204030204" pitchFamily="34" charset="0"/>
            </a:endParaRPr>
          </a:p>
        </p:txBody>
      </p:sp>
      <p:sp>
        <p:nvSpPr>
          <p:cNvPr id="9" name="Text Placeholder 11">
            <a:extLst>
              <a:ext uri="{FF2B5EF4-FFF2-40B4-BE49-F238E27FC236}">
                <a16:creationId xmlns:a16="http://schemas.microsoft.com/office/drawing/2014/main" id="{A6EC9343-179B-41DB-8FD6-572534CDE8F7}"/>
              </a:ext>
            </a:extLst>
          </p:cNvPr>
          <p:cNvSpPr>
            <a:spLocks noGrp="1"/>
          </p:cNvSpPr>
          <p:nvPr>
            <p:ph type="body" sz="quarter" idx="11"/>
          </p:nvPr>
        </p:nvSpPr>
        <p:spPr>
          <a:xfrm>
            <a:off x="137556" y="4730749"/>
            <a:ext cx="304800" cy="327025"/>
          </a:xfrm>
        </p:spPr>
        <p:txBody>
          <a:bodyPr/>
          <a:lstStyle>
            <a:lvl1pPr marL="0" indent="0">
              <a:buFontTx/>
              <a:buNone/>
              <a:defRPr sz="1200">
                <a:latin typeface="Calibri" panose="020F0502020204030204" pitchFamily="34" charset="0"/>
                <a:cs typeface="Calibri" panose="020F0502020204030204" pitchFamily="34" charset="0"/>
              </a:defRPr>
            </a:lvl1pPr>
          </a:lstStyle>
          <a:p>
            <a:pPr lvl="0"/>
            <a:endParaRPr lang="en-US"/>
          </a:p>
        </p:txBody>
      </p:sp>
    </p:spTree>
    <p:extLst>
      <p:ext uri="{BB962C8B-B14F-4D97-AF65-F5344CB8AC3E}">
        <p14:creationId xmlns:p14="http://schemas.microsoft.com/office/powerpoint/2010/main" val="2998573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293821" y="2583842"/>
            <a:ext cx="3657600" cy="2268251"/>
          </a:xfrm>
        </p:spPr>
        <p:txBody>
          <a:bodyPr>
            <a:normAutofit/>
          </a:bodyPr>
          <a:lstStyle>
            <a:lvl1pPr>
              <a:defRPr sz="1800">
                <a:latin typeface="Cambria"/>
                <a:cs typeface="Cambria"/>
              </a:defRPr>
            </a:lvl1pPr>
            <a:lvl2pPr>
              <a:defRPr sz="1800">
                <a:latin typeface="Cambria"/>
                <a:cs typeface="Cambria"/>
              </a:defRPr>
            </a:lvl2pPr>
            <a:lvl3pPr>
              <a:defRPr sz="1800">
                <a:latin typeface="Cambria"/>
                <a:cs typeface="Cambria"/>
              </a:defRPr>
            </a:lvl3pPr>
            <a:lvl4pPr>
              <a:defRPr sz="1800">
                <a:latin typeface="Cambria"/>
                <a:cs typeface="Cambria"/>
              </a:defRPr>
            </a:lvl4pPr>
            <a:lvl5pPr>
              <a:defRPr sz="1800">
                <a:latin typeface="Cambria"/>
                <a:cs typeface="Cambria"/>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Content Placeholder 5"/>
          <p:cNvSpPr>
            <a:spLocks noGrp="1"/>
          </p:cNvSpPr>
          <p:nvPr>
            <p:ph sz="quarter" idx="4"/>
          </p:nvPr>
        </p:nvSpPr>
        <p:spPr>
          <a:xfrm>
            <a:off x="4196158" y="2583842"/>
            <a:ext cx="3657600" cy="2268251"/>
          </a:xfrm>
        </p:spPr>
        <p:txBody>
          <a:bodyPr>
            <a:normAutofit/>
          </a:bodyPr>
          <a:lstStyle>
            <a:lvl1pPr>
              <a:defRPr sz="1800" b="0" i="0">
                <a:latin typeface="Cambria"/>
                <a:cs typeface="Cambria"/>
              </a:defRPr>
            </a:lvl1pPr>
            <a:lvl2pPr>
              <a:defRPr sz="1800">
                <a:latin typeface="Cambria"/>
                <a:cs typeface="Cambria"/>
              </a:defRPr>
            </a:lvl2pPr>
            <a:lvl3pPr>
              <a:defRPr sz="1800">
                <a:latin typeface="Cambria"/>
                <a:cs typeface="Cambria"/>
              </a:defRPr>
            </a:lvl3pPr>
            <a:lvl4pPr>
              <a:defRPr sz="1800">
                <a:latin typeface="Cambria"/>
                <a:cs typeface="Cambria"/>
              </a:defRPr>
            </a:lvl4pPr>
            <a:lvl5pPr>
              <a:defRPr sz="1800">
                <a:latin typeface="Cambria"/>
                <a:cs typeface="Cambria"/>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Text Placeholder 2"/>
          <p:cNvSpPr>
            <a:spLocks noGrp="1"/>
          </p:cNvSpPr>
          <p:nvPr>
            <p:ph type="body" idx="1"/>
          </p:nvPr>
        </p:nvSpPr>
        <p:spPr>
          <a:xfrm>
            <a:off x="293821" y="2301454"/>
            <a:ext cx="3657600" cy="242047"/>
          </a:xfrm>
          <a:prstGeom prst="rect">
            <a:avLst/>
          </a:prstGeom>
          <a:solidFill>
            <a:schemeClr val="accent3"/>
          </a:solidFill>
        </p:spPr>
        <p:txBody>
          <a:bodyPr tIns="0" bIns="0" anchor="ctr">
            <a:noAutofit/>
          </a:bodyPr>
          <a:lstStyle>
            <a:lvl1pPr marL="0" indent="0" algn="ctr">
              <a:spcBef>
                <a:spcPts val="0"/>
              </a:spcBef>
              <a:buNone/>
              <a:defRPr sz="1600" b="0">
                <a:solidFill>
                  <a:schemeClr val="bg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196158" y="2301454"/>
            <a:ext cx="3657600" cy="242047"/>
          </a:xfrm>
          <a:prstGeom prst="rect">
            <a:avLst/>
          </a:prstGeom>
          <a:solidFill>
            <a:schemeClr val="accent3"/>
          </a:solidFill>
        </p:spPr>
        <p:txBody>
          <a:bodyPr tIns="0" bIns="0" anchor="ctr">
            <a:noAutofit/>
          </a:bodyPr>
          <a:lstStyle>
            <a:lvl1pPr marL="0" indent="0" algn="ctr">
              <a:spcBef>
                <a:spcPts val="0"/>
              </a:spcBef>
              <a:buNone/>
              <a:defRPr sz="1600" b="0">
                <a:solidFill>
                  <a:schemeClr val="bg1"/>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Text Placeholder 3"/>
          <p:cNvSpPr>
            <a:spLocks noGrp="1"/>
          </p:cNvSpPr>
          <p:nvPr>
            <p:ph type="body" sz="half" idx="10"/>
          </p:nvPr>
        </p:nvSpPr>
        <p:spPr>
          <a:xfrm>
            <a:off x="293821" y="1500290"/>
            <a:ext cx="7763657" cy="581025"/>
          </a:xfrm>
        </p:spPr>
        <p:txBody>
          <a:bodyPr rtlCol="0">
            <a:noAutofit/>
          </a:bodyPr>
          <a:lstStyle>
            <a:lvl1pPr marL="0" indent="0">
              <a:buNone/>
              <a:defRPr kumimoji="0" sz="2400" b="0" i="0" u="none" strike="noStrike" kern="1200" cap="none" spc="0" normalizeH="0" baseline="0">
                <a:ln>
                  <a:noFill/>
                </a:ln>
                <a:solidFill>
                  <a:schemeClr val="accent3"/>
                </a:solidFill>
                <a:effectLst/>
                <a:uLnTx/>
                <a:uFillTx/>
                <a:latin typeface="Arial"/>
                <a:ea typeface="+mj-ea"/>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Title Placeholder 1"/>
          <p:cNvSpPr>
            <a:spLocks noGrp="1"/>
          </p:cNvSpPr>
          <p:nvPr>
            <p:ph type="title"/>
          </p:nvPr>
        </p:nvSpPr>
        <p:spPr bwMode="auto">
          <a:xfrm>
            <a:off x="289956" y="893853"/>
            <a:ext cx="7556500" cy="837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9" name="Rectangle 8">
            <a:extLst>
              <a:ext uri="{FF2B5EF4-FFF2-40B4-BE49-F238E27FC236}">
                <a16:creationId xmlns:a16="http://schemas.microsoft.com/office/drawing/2014/main" id="{1250656E-AF90-470A-BE3F-801378F7EB29}"/>
              </a:ext>
            </a:extLst>
          </p:cNvPr>
          <p:cNvSpPr/>
          <p:nvPr userDrawn="1"/>
        </p:nvSpPr>
        <p:spPr>
          <a:xfrm>
            <a:off x="787400" y="371475"/>
            <a:ext cx="5927725" cy="26035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11">
            <a:extLst>
              <a:ext uri="{FF2B5EF4-FFF2-40B4-BE49-F238E27FC236}">
                <a16:creationId xmlns:a16="http://schemas.microsoft.com/office/drawing/2014/main" id="{F6E65C5F-ABDF-43AD-8478-BB22A96F53FB}"/>
              </a:ext>
            </a:extLst>
          </p:cNvPr>
          <p:cNvSpPr>
            <a:spLocks noGrp="1"/>
          </p:cNvSpPr>
          <p:nvPr>
            <p:ph type="body" sz="quarter" idx="11"/>
          </p:nvPr>
        </p:nvSpPr>
        <p:spPr>
          <a:xfrm>
            <a:off x="115331" y="4728921"/>
            <a:ext cx="304800" cy="327025"/>
          </a:xfrm>
        </p:spPr>
        <p:txBody>
          <a:bodyPr/>
          <a:lstStyle>
            <a:lvl1pPr marL="0" indent="0">
              <a:buFontTx/>
              <a:buNone/>
              <a:defRPr sz="1200">
                <a:latin typeface="Calibri" panose="020F0502020204030204" pitchFamily="34" charset="0"/>
                <a:cs typeface="Calibri" panose="020F0502020204030204" pitchFamily="34" charset="0"/>
              </a:defRPr>
            </a:lvl1pPr>
          </a:lstStyle>
          <a:p>
            <a:pPr lvl="0"/>
            <a:endParaRPr lang="en-US"/>
          </a:p>
        </p:txBody>
      </p:sp>
    </p:spTree>
    <p:extLst>
      <p:ext uri="{BB962C8B-B14F-4D97-AF65-F5344CB8AC3E}">
        <p14:creationId xmlns:p14="http://schemas.microsoft.com/office/powerpoint/2010/main" val="4138111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Picture 1"/>
          <p:cNvPicPr>
            <a:picLocks noChangeAspect="1"/>
          </p:cNvPicPr>
          <p:nvPr userDrawn="1"/>
        </p:nvPicPr>
        <p:blipFill>
          <a:blip r:embed="rId2"/>
          <a:stretch>
            <a:fillRect/>
          </a:stretch>
        </p:blipFill>
        <p:spPr>
          <a:xfrm>
            <a:off x="0" y="762"/>
            <a:ext cx="9141291" cy="5141976"/>
          </a:xfrm>
          <a:prstGeom prst="rect">
            <a:avLst/>
          </a:prstGeom>
        </p:spPr>
      </p:pic>
      <p:pic>
        <p:nvPicPr>
          <p:cNvPr id="5" name="Picture 4">
            <a:extLst>
              <a:ext uri="{FF2B5EF4-FFF2-40B4-BE49-F238E27FC236}">
                <a16:creationId xmlns:a16="http://schemas.microsoft.com/office/drawing/2014/main" id="{7B1300D9-494A-0247-AA2A-551E518BA0A0}"/>
              </a:ext>
            </a:extLst>
          </p:cNvPr>
          <p:cNvPicPr>
            <a:picLocks noChangeAspect="1"/>
          </p:cNvPicPr>
          <p:nvPr userDrawn="1"/>
        </p:nvPicPr>
        <p:blipFill>
          <a:blip r:embed="rId3"/>
          <a:stretch>
            <a:fillRect/>
          </a:stretch>
        </p:blipFill>
        <p:spPr>
          <a:xfrm>
            <a:off x="-2709" y="1524"/>
            <a:ext cx="9141290" cy="5141976"/>
          </a:xfrm>
          <a:prstGeom prst="rect">
            <a:avLst/>
          </a:prstGeom>
        </p:spPr>
      </p:pic>
    </p:spTree>
    <p:extLst>
      <p:ext uri="{BB962C8B-B14F-4D97-AF65-F5344CB8AC3E}">
        <p14:creationId xmlns:p14="http://schemas.microsoft.com/office/powerpoint/2010/main" val="163677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10"/>
          <a:srcRect b="90037"/>
          <a:stretch/>
        </p:blipFill>
        <p:spPr>
          <a:xfrm>
            <a:off x="0" y="0"/>
            <a:ext cx="9144000" cy="512410"/>
          </a:xfrm>
          <a:prstGeom prst="rect">
            <a:avLst/>
          </a:prstGeom>
        </p:spPr>
      </p:pic>
      <p:sp>
        <p:nvSpPr>
          <p:cNvPr id="1026" name="Title Placeholder 1"/>
          <p:cNvSpPr>
            <a:spLocks noGrp="1"/>
          </p:cNvSpPr>
          <p:nvPr>
            <p:ph type="title"/>
          </p:nvPr>
        </p:nvSpPr>
        <p:spPr bwMode="auto">
          <a:xfrm>
            <a:off x="289956" y="893853"/>
            <a:ext cx="7556500" cy="8370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289956" y="1722826"/>
            <a:ext cx="7556500" cy="310872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287" r:id="rId1"/>
    <p:sldLayoutId id="2147484289" r:id="rId2"/>
    <p:sldLayoutId id="2147484286" r:id="rId3"/>
    <p:sldLayoutId id="2147484285" r:id="rId4"/>
    <p:sldLayoutId id="2147484267" r:id="rId5"/>
    <p:sldLayoutId id="2147484269" r:id="rId6"/>
    <p:sldLayoutId id="2147484270" r:id="rId7"/>
    <p:sldLayoutId id="2147484265" r:id="rId8"/>
  </p:sldLayoutIdLst>
  <p:hf sldNum="0" hdr="0" ftr="0" dt="0"/>
  <p:txStyles>
    <p:titleStyle>
      <a:lvl1pPr algn="l" rtl="0" eaLnBrk="0" fontAlgn="base" hangingPunct="0">
        <a:spcBef>
          <a:spcPct val="0"/>
        </a:spcBef>
        <a:spcAft>
          <a:spcPct val="0"/>
        </a:spcAft>
        <a:defRPr sz="3600" b="0" kern="1200">
          <a:solidFill>
            <a:schemeClr val="accent1"/>
          </a:solidFill>
          <a:latin typeface="Arial"/>
          <a:ea typeface="MS PGothic" panose="020B0600070205080204" pitchFamily="34" charset="-128"/>
          <a:cs typeface="Arial"/>
        </a:defRPr>
      </a:lvl1pPr>
      <a:lvl2pPr algn="l" rtl="0" eaLnBrk="0" fontAlgn="base" hangingPunct="0">
        <a:spcBef>
          <a:spcPct val="0"/>
        </a:spcBef>
        <a:spcAft>
          <a:spcPct val="0"/>
        </a:spcAft>
        <a:defRPr sz="3600">
          <a:solidFill>
            <a:schemeClr val="bg1"/>
          </a:solidFill>
          <a:latin typeface="Rockwell" charset="0"/>
          <a:ea typeface="MS PGothic" panose="020B0600070205080204" pitchFamily="34" charset="-128"/>
          <a:cs typeface="MS PGothic" charset="0"/>
        </a:defRPr>
      </a:lvl2pPr>
      <a:lvl3pPr algn="l" rtl="0" eaLnBrk="0" fontAlgn="base" hangingPunct="0">
        <a:spcBef>
          <a:spcPct val="0"/>
        </a:spcBef>
        <a:spcAft>
          <a:spcPct val="0"/>
        </a:spcAft>
        <a:defRPr sz="3600">
          <a:solidFill>
            <a:schemeClr val="bg1"/>
          </a:solidFill>
          <a:latin typeface="Rockwell" charset="0"/>
          <a:ea typeface="MS PGothic" panose="020B0600070205080204" pitchFamily="34" charset="-128"/>
          <a:cs typeface="MS PGothic" charset="0"/>
        </a:defRPr>
      </a:lvl3pPr>
      <a:lvl4pPr algn="l" rtl="0" eaLnBrk="0" fontAlgn="base" hangingPunct="0">
        <a:spcBef>
          <a:spcPct val="0"/>
        </a:spcBef>
        <a:spcAft>
          <a:spcPct val="0"/>
        </a:spcAft>
        <a:defRPr sz="3600">
          <a:solidFill>
            <a:schemeClr val="bg1"/>
          </a:solidFill>
          <a:latin typeface="Rockwell" charset="0"/>
          <a:ea typeface="MS PGothic" panose="020B0600070205080204" pitchFamily="34" charset="-128"/>
          <a:cs typeface="MS PGothic" charset="0"/>
        </a:defRPr>
      </a:lvl4pPr>
      <a:lvl5pPr algn="l" rtl="0" eaLnBrk="0" fontAlgn="base" hangingPunct="0">
        <a:spcBef>
          <a:spcPct val="0"/>
        </a:spcBef>
        <a:spcAft>
          <a:spcPct val="0"/>
        </a:spcAft>
        <a:defRPr sz="3600">
          <a:solidFill>
            <a:schemeClr val="bg1"/>
          </a:solidFill>
          <a:latin typeface="Rockwell" charset="0"/>
          <a:ea typeface="MS PGothic" panose="020B0600070205080204" pitchFamily="34" charset="-128"/>
          <a:cs typeface="MS PGothic" charset="0"/>
        </a:defRPr>
      </a:lvl5pPr>
      <a:lvl6pPr marL="457200" algn="l" rtl="0" fontAlgn="base">
        <a:spcBef>
          <a:spcPct val="0"/>
        </a:spcBef>
        <a:spcAft>
          <a:spcPct val="0"/>
        </a:spcAft>
        <a:defRPr sz="3600">
          <a:solidFill>
            <a:schemeClr val="accent2"/>
          </a:solidFill>
          <a:latin typeface="Rockwell" charset="0"/>
          <a:ea typeface="ＭＳ Ｐゴシック" charset="0"/>
          <a:cs typeface="ＭＳ Ｐゴシック" charset="0"/>
        </a:defRPr>
      </a:lvl6pPr>
      <a:lvl7pPr marL="914400" algn="l" rtl="0" fontAlgn="base">
        <a:spcBef>
          <a:spcPct val="0"/>
        </a:spcBef>
        <a:spcAft>
          <a:spcPct val="0"/>
        </a:spcAft>
        <a:defRPr sz="3600">
          <a:solidFill>
            <a:schemeClr val="accent2"/>
          </a:solidFill>
          <a:latin typeface="Rockwell" charset="0"/>
          <a:ea typeface="ＭＳ Ｐゴシック" charset="0"/>
          <a:cs typeface="ＭＳ Ｐゴシック" charset="0"/>
        </a:defRPr>
      </a:lvl7pPr>
      <a:lvl8pPr marL="1371600" algn="l" rtl="0" fontAlgn="base">
        <a:spcBef>
          <a:spcPct val="0"/>
        </a:spcBef>
        <a:spcAft>
          <a:spcPct val="0"/>
        </a:spcAft>
        <a:defRPr sz="3600">
          <a:solidFill>
            <a:schemeClr val="accent2"/>
          </a:solidFill>
          <a:latin typeface="Rockwell" charset="0"/>
          <a:ea typeface="ＭＳ Ｐゴシック" charset="0"/>
          <a:cs typeface="ＭＳ Ｐゴシック" charset="0"/>
        </a:defRPr>
      </a:lvl8pPr>
      <a:lvl9pPr marL="1828800" algn="l" rtl="0" fontAlgn="base">
        <a:spcBef>
          <a:spcPct val="0"/>
        </a:spcBef>
        <a:spcAft>
          <a:spcPct val="0"/>
        </a:spcAft>
        <a:defRPr sz="3600">
          <a:solidFill>
            <a:schemeClr val="accent2"/>
          </a:solidFill>
          <a:latin typeface="Rockwell" charset="0"/>
          <a:ea typeface="ＭＳ Ｐゴシック" charset="0"/>
          <a:cs typeface="ＭＳ Ｐゴシック" charset="0"/>
        </a:defRPr>
      </a:lvl9pPr>
    </p:titleStyle>
    <p:bodyStyle>
      <a:lvl1pPr marL="228600" indent="-228600" algn="l" rtl="0" eaLnBrk="0" fontAlgn="base" hangingPunct="0">
        <a:spcBef>
          <a:spcPts val="2000"/>
        </a:spcBef>
        <a:spcAft>
          <a:spcPct val="0"/>
        </a:spcAft>
        <a:buClr>
          <a:schemeClr val="accent3">
            <a:lumMod val="60000"/>
            <a:lumOff val="40000"/>
          </a:schemeClr>
        </a:buClr>
        <a:buSzPct val="75000"/>
        <a:buFont typeface="Wingdings" charset="2"/>
        <a:buChar char="n"/>
        <a:defRPr sz="2000" kern="1200">
          <a:solidFill>
            <a:schemeClr val="accent1"/>
          </a:solidFill>
          <a:latin typeface="Cambria"/>
          <a:ea typeface="MS PGothic" panose="020B0600070205080204" pitchFamily="34" charset="-128"/>
          <a:cs typeface="Cambria"/>
        </a:defRPr>
      </a:lvl1pPr>
      <a:lvl2pPr marL="457200" indent="-228600" algn="l" rtl="0" eaLnBrk="0" fontAlgn="base" hangingPunct="0">
        <a:spcBef>
          <a:spcPts val="600"/>
        </a:spcBef>
        <a:spcAft>
          <a:spcPct val="0"/>
        </a:spcAft>
        <a:buClr>
          <a:schemeClr val="accent3"/>
        </a:buClr>
        <a:buSzPct val="75000"/>
        <a:buFont typeface="Wingdings" charset="2"/>
        <a:buChar char="n"/>
        <a:defRPr kern="1200">
          <a:solidFill>
            <a:schemeClr val="accent1"/>
          </a:solidFill>
          <a:latin typeface="Cambria"/>
          <a:ea typeface="MS PGothic" panose="020B0600070205080204" pitchFamily="34" charset="-128"/>
          <a:cs typeface="Cambria"/>
        </a:defRPr>
      </a:lvl2pPr>
      <a:lvl3pPr marL="685800" indent="-228600" algn="l" rtl="0" eaLnBrk="0" fontAlgn="base" hangingPunct="0">
        <a:spcBef>
          <a:spcPts val="600"/>
        </a:spcBef>
        <a:spcAft>
          <a:spcPct val="0"/>
        </a:spcAft>
        <a:buClr>
          <a:schemeClr val="accent3">
            <a:lumMod val="60000"/>
            <a:lumOff val="40000"/>
          </a:schemeClr>
        </a:buClr>
        <a:buSzPct val="75000"/>
        <a:buFont typeface="Wingdings" charset="2"/>
        <a:buChar char="n"/>
        <a:defRPr kern="1200">
          <a:solidFill>
            <a:schemeClr val="accent1"/>
          </a:solidFill>
          <a:latin typeface="Cambria"/>
          <a:ea typeface="MS PGothic" panose="020B0600070205080204" pitchFamily="34" charset="-128"/>
          <a:cs typeface="Cambria"/>
        </a:defRPr>
      </a:lvl3pPr>
      <a:lvl4pPr marL="914400" indent="-228600" algn="l" rtl="0" eaLnBrk="0" fontAlgn="base" hangingPunct="0">
        <a:spcBef>
          <a:spcPts val="600"/>
        </a:spcBef>
        <a:spcAft>
          <a:spcPct val="0"/>
        </a:spcAft>
        <a:buClr>
          <a:schemeClr val="accent3"/>
        </a:buClr>
        <a:buSzPct val="75000"/>
        <a:buFont typeface="Wingdings" charset="2"/>
        <a:buChar char="n"/>
        <a:defRPr kern="1200">
          <a:solidFill>
            <a:schemeClr val="accent1"/>
          </a:solidFill>
          <a:latin typeface="Cambria"/>
          <a:ea typeface="MS PGothic" panose="020B0600070205080204" pitchFamily="34" charset="-128"/>
          <a:cs typeface="Cambria"/>
        </a:defRPr>
      </a:lvl4pPr>
      <a:lvl5pPr marL="1143000" indent="-228600" algn="l" rtl="0" eaLnBrk="0" fontAlgn="base" hangingPunct="0">
        <a:spcBef>
          <a:spcPts val="600"/>
        </a:spcBef>
        <a:spcAft>
          <a:spcPct val="0"/>
        </a:spcAft>
        <a:buClr>
          <a:schemeClr val="accent3">
            <a:lumMod val="60000"/>
            <a:lumOff val="40000"/>
          </a:schemeClr>
        </a:buClr>
        <a:buSzPct val="75000"/>
        <a:buFont typeface="Wingdings" charset="2"/>
        <a:buChar char="n"/>
        <a:defRPr kern="1200">
          <a:solidFill>
            <a:schemeClr val="accent1"/>
          </a:solidFill>
          <a:latin typeface="Cambria"/>
          <a:ea typeface="MS PGothic" panose="020B0600070205080204" pitchFamily="34" charset="-128"/>
          <a:cs typeface="Cambria"/>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A_0.xml"/><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1417320"/>
            <a:ext cx="8046720" cy="1371600"/>
          </a:xfrm>
          <a:prstGeom prst="rect">
            <a:avLst/>
          </a:prstGeom>
          <a:noFill/>
        </p:spPr>
        <p:txBody>
          <a:bodyPr wrap="square" anchor="ctr">
            <a:spAutoFit/>
          </a:bodyPr>
          <a:lstStyle/>
          <a:p>
            <a:pPr algn="ctr">
              <a:spcAft>
                <a:spcPts val="600"/>
              </a:spcAft>
            </a:pPr>
            <a:r>
              <a:rPr sz="2400" b="1">
                <a:solidFill>
                  <a:srgbClr val="FFFFFF"/>
                </a:solidFill>
                <a:latin typeface="Rockwell"/>
              </a:rPr>
              <a:t>Trustworthy Sharing of Agricultural Data:
Verifying a File’s Origin and Transformation History</a:t>
            </a:r>
          </a:p>
        </p:txBody>
      </p:sp>
      <p:sp>
        <p:nvSpPr>
          <p:cNvPr id="3" name="TextBox 2"/>
          <p:cNvSpPr txBox="1"/>
          <p:nvPr/>
        </p:nvSpPr>
        <p:spPr>
          <a:xfrm>
            <a:off x="548640" y="2880360"/>
            <a:ext cx="8046720" cy="1737360"/>
          </a:xfrm>
          <a:prstGeom prst="rect">
            <a:avLst/>
          </a:prstGeom>
          <a:noFill/>
        </p:spPr>
        <p:txBody>
          <a:bodyPr wrap="square" anchor="t">
            <a:spAutoFit/>
          </a:bodyPr>
          <a:lstStyle/>
          <a:p>
            <a:pPr algn="ctr">
              <a:spcAft>
                <a:spcPts val="500"/>
              </a:spcAft>
            </a:pPr>
            <a:r>
              <a:rPr sz="1800" b="1">
                <a:solidFill>
                  <a:srgbClr val="FFFFFF"/>
                </a:solidFill>
              </a:rPr>
              <a:t>Younghoo Cho</a:t>
            </a:r>
          </a:p>
          <a:p>
            <a:pPr algn="ctr">
              <a:spcAft>
                <a:spcPts val="500"/>
              </a:spcAft>
            </a:pPr>
            <a:r>
              <a:rPr sz="1200" b="0">
                <a:solidFill>
                  <a:srgbClr val="FFFFFF"/>
                </a:solidFill>
              </a:rPr>
              <a:t>Department of Agricultural and Biological Engineering</a:t>
            </a:r>
          </a:p>
          <a:p>
            <a:pPr algn="ctr">
              <a:spcAft>
                <a:spcPts val="500"/>
              </a:spcAft>
            </a:pPr>
            <a:r>
              <a:rPr sz="1200" b="1">
                <a:solidFill>
                  <a:srgbClr val="FFFFFF"/>
                </a:solidFill>
              </a:rPr>
              <a:t>Committee Members</a:t>
            </a:r>
          </a:p>
          <a:p>
            <a:pPr algn="ctr">
              <a:spcAft>
                <a:spcPts val="500"/>
              </a:spcAft>
            </a:pPr>
            <a:r>
              <a:rPr sz="1100" b="0">
                <a:solidFill>
                  <a:srgbClr val="FFFFFF"/>
                </a:solidFill>
              </a:rPr>
              <a:t>Dr. Ziwen Yu (Chair)    Dr. Yiannis Ampatzidis (Co-chair)</a:t>
            </a:r>
          </a:p>
          <a:p>
            <a:pPr algn="ctr">
              <a:spcAft>
                <a:spcPts val="500"/>
              </a:spcAft>
            </a:pPr>
            <a:r>
              <a:rPr sz="1100" b="0">
                <a:solidFill>
                  <a:srgbClr val="FFFFFF"/>
                </a:solidFill>
              </a:rPr>
              <a:t>Dr. Sabine Grunwald    Dr. Willingthon Pavan    Dr. Ziynet Boz    Dr. Kiley Graim</a:t>
            </a:r>
          </a:p>
          <a:p>
            <a:pPr algn="ctr">
              <a:spcAft>
                <a:spcPts val="500"/>
              </a:spcAft>
            </a:pPr>
            <a:r>
              <a:rPr sz="1200" b="1">
                <a:solidFill>
                  <a:srgbClr val="FFFFFF"/>
                </a:solidFill>
              </a:rPr>
              <a:t>Ph.D. Dissertation Defense · July 1,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wrap="square" anchor="t">
            <a:spAutoFit/>
          </a:bodyPr>
          <a:lstStyle/>
          <a:p>
            <a:pPr algn="l">
              <a:spcAft>
                <a:spcPts val="600"/>
              </a:spcAft>
            </a:pPr>
            <a:r>
              <a:rPr sz="1800" b="1">
                <a:solidFill>
                  <a:srgbClr val="00529B"/>
                </a:solidFill>
                <a:latin typeface="Rockwell"/>
              </a:rPr>
              <a:t>Overview</a:t>
            </a:r>
          </a:p>
        </p:txBody>
      </p:sp>
      <p:cxnSp>
        <p:nvCxnSpPr>
          <p:cNvPr id="100" name="Connector 3"/>
          <p:cNvCxnSpPr/>
          <p:nvPr/>
        </p:nvCxnSpPr>
        <p:spPr>
          <a:xfrm>
            <a:off x="1133856" y="2514600"/>
            <a:ext cx="6876288" cy="0"/>
          </a:xfrm>
          <a:prstGeom prst="line">
            <a:avLst/>
          </a:prstGeom>
          <a:ln w="19050">
            <a:solidFill>
              <a:srgbClr val="B7C9DF"/>
            </a:solidFill>
          </a:ln>
        </p:spPr>
        <p:style>
          <a:lnRef idx="1">
            <a:schemeClr val="accent1"/>
          </a:lnRef>
          <a:fillRef idx="0">
            <a:schemeClr val="accent1"/>
          </a:fillRef>
          <a:effectRef idx="0">
            <a:schemeClr val="accent1"/>
          </a:effectRef>
          <a:fontRef idx="minor"/>
        </p:style>
      </p:cxnSp>
      <p:sp>
        <p:nvSpPr>
          <p:cNvPr id="200" name="Oval 200"/>
          <p:cNvSpPr/>
          <p:nvPr/>
        </p:nvSpPr>
        <p:spPr>
          <a:xfrm>
            <a:off x="905256" y="2286000"/>
            <a:ext cx="457200" cy="457200"/>
          </a:xfrm>
          <a:prstGeom prst="ellipse">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600" b="1">
                <a:solidFill>
                  <a:srgbClr val="FFFFFF"/>
                </a:solidFill>
                <a:latin typeface="Calibri"/>
              </a:rPr>
              <a:t>1</a:t>
            </a:r>
          </a:p>
        </p:txBody>
      </p:sp>
      <p:sp>
        <p:nvSpPr>
          <p:cNvPr id="300" name="Label 300"/>
          <p:cNvSpPr txBox="1"/>
          <p:nvPr/>
        </p:nvSpPr>
        <p:spPr>
          <a:xfrm>
            <a:off x="323856" y="2852928"/>
            <a:ext cx="1620000" cy="200055"/>
          </a:xfrm>
          <a:prstGeom prst="rect">
            <a:avLst/>
          </a:prstGeom>
          <a:noFill/>
        </p:spPr>
        <p:txBody>
          <a:bodyPr wrap="square" lIns="0" tIns="0" rIns="0" bIns="0">
            <a:spAutoFit/>
          </a:bodyPr>
          <a:lstStyle/>
          <a:p>
            <a:pPr algn="ctr"/>
            <a:r>
              <a:rPr sz="1200" b="1">
                <a:solidFill>
                  <a:srgbClr val="000C3E"/>
                </a:solidFill>
                <a:latin typeface="Calibri"/>
              </a:rPr>
              <a:t>The trust problem</a:t>
            </a:r>
          </a:p>
        </p:txBody>
      </p:sp>
      <p:sp>
        <p:nvSpPr>
          <p:cNvPr id="400" name="Desc 400"/>
          <p:cNvSpPr txBox="1"/>
          <p:nvPr/>
        </p:nvSpPr>
        <p:spPr>
          <a:xfrm>
            <a:off x="323856" y="3215400"/>
            <a:ext cx="1620000" cy="960120"/>
          </a:xfrm>
          <a:prstGeom prst="rect">
            <a:avLst/>
          </a:prstGeom>
          <a:noFill/>
        </p:spPr>
        <p:txBody>
          <a:bodyPr wrap="square" lIns="0" tIns="0" rIns="0" bIns="0">
            <a:spAutoFit/>
          </a:bodyPr>
          <a:lstStyle/>
          <a:p>
            <a:pPr algn="ctr"/>
            <a:r>
              <a:rPr sz="950" b="0">
                <a:solidFill>
                  <a:srgbClr val="53524C"/>
                </a:solidFill>
                <a:latin typeface="Calibri"/>
              </a:rPr>
              <a:t>Shared data cannot be trusted.</a:t>
            </a:r>
          </a:p>
        </p:txBody>
      </p:sp>
      <p:sp>
        <p:nvSpPr>
          <p:cNvPr id="201" name="Oval 201"/>
          <p:cNvSpPr/>
          <p:nvPr/>
        </p:nvSpPr>
        <p:spPr>
          <a:xfrm>
            <a:off x="2624328" y="2286000"/>
            <a:ext cx="457200" cy="457200"/>
          </a:xfrm>
          <a:prstGeom prst="ellipse">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600" b="1">
                <a:solidFill>
                  <a:srgbClr val="FFFFFF"/>
                </a:solidFill>
                <a:latin typeface="Calibri"/>
              </a:rPr>
              <a:t>2</a:t>
            </a:r>
          </a:p>
        </p:txBody>
      </p:sp>
      <p:sp>
        <p:nvSpPr>
          <p:cNvPr id="301" name="Label 301"/>
          <p:cNvSpPr txBox="1"/>
          <p:nvPr/>
        </p:nvSpPr>
        <p:spPr>
          <a:xfrm>
            <a:off x="2042928" y="2852928"/>
            <a:ext cx="1620000" cy="200055"/>
          </a:xfrm>
          <a:prstGeom prst="rect">
            <a:avLst/>
          </a:prstGeom>
          <a:noFill/>
        </p:spPr>
        <p:txBody>
          <a:bodyPr wrap="square" lIns="0" tIns="0" rIns="0" bIns="0">
            <a:spAutoFit/>
          </a:bodyPr>
          <a:lstStyle/>
          <a:p>
            <a:pPr algn="ctr"/>
            <a:r>
              <a:rPr sz="1200" b="1">
                <a:solidFill>
                  <a:srgbClr val="000C3E"/>
                </a:solidFill>
                <a:latin typeface="Calibri"/>
              </a:rPr>
              <a:t>Verification and traceability</a:t>
            </a:r>
          </a:p>
        </p:txBody>
      </p:sp>
      <p:sp>
        <p:nvSpPr>
          <p:cNvPr id="401" name="Desc 401"/>
          <p:cNvSpPr txBox="1"/>
          <p:nvPr/>
        </p:nvSpPr>
        <p:spPr>
          <a:xfrm>
            <a:off x="2042928" y="3215400"/>
            <a:ext cx="1620000" cy="960120"/>
          </a:xfrm>
          <a:prstGeom prst="rect">
            <a:avLst/>
          </a:prstGeom>
          <a:noFill/>
        </p:spPr>
        <p:txBody>
          <a:bodyPr wrap="square" lIns="0" tIns="0" rIns="0" bIns="0">
            <a:spAutoFit/>
          </a:bodyPr>
          <a:lstStyle/>
          <a:p>
            <a:pPr algn="ctr"/>
            <a:r>
              <a:rPr sz="950" b="0">
                <a:solidFill>
                  <a:srgbClr val="53524C"/>
                </a:solidFill>
                <a:latin typeface="Calibri"/>
              </a:rPr>
              <a:t>A data user confirms a file’s origin and traces where it has been.</a:t>
            </a:r>
          </a:p>
        </p:txBody>
      </p:sp>
      <p:sp>
        <p:nvSpPr>
          <p:cNvPr id="202" name="Oval 202"/>
          <p:cNvSpPr/>
          <p:nvPr/>
        </p:nvSpPr>
        <p:spPr>
          <a:xfrm>
            <a:off x="4343400" y="2286000"/>
            <a:ext cx="457200" cy="457200"/>
          </a:xfrm>
          <a:prstGeom prst="ellipse">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600" b="1">
                <a:solidFill>
                  <a:srgbClr val="FFFFFF"/>
                </a:solidFill>
                <a:latin typeface="Calibri"/>
              </a:rPr>
              <a:t>3</a:t>
            </a:r>
          </a:p>
        </p:txBody>
      </p:sp>
      <p:sp>
        <p:nvSpPr>
          <p:cNvPr id="302" name="Label 302"/>
          <p:cNvSpPr txBox="1"/>
          <p:nvPr/>
        </p:nvSpPr>
        <p:spPr>
          <a:xfrm>
            <a:off x="3762000" y="2852928"/>
            <a:ext cx="1620000" cy="200055"/>
          </a:xfrm>
          <a:prstGeom prst="rect">
            <a:avLst/>
          </a:prstGeom>
          <a:noFill/>
        </p:spPr>
        <p:txBody>
          <a:bodyPr wrap="square" lIns="0" tIns="0" rIns="0" bIns="0">
            <a:spAutoFit/>
          </a:bodyPr>
          <a:lstStyle/>
          <a:p>
            <a:pPr algn="ctr"/>
            <a:r>
              <a:rPr sz="1200" b="1">
                <a:solidFill>
                  <a:srgbClr val="000C3E"/>
                </a:solidFill>
                <a:latin typeface="Calibri"/>
              </a:rPr>
              <a:t>Transformation</a:t>
            </a:r>
          </a:p>
        </p:txBody>
      </p:sp>
      <p:sp>
        <p:nvSpPr>
          <p:cNvPr id="402" name="Desc 402"/>
          <p:cNvSpPr txBox="1"/>
          <p:nvPr/>
        </p:nvSpPr>
        <p:spPr>
          <a:xfrm>
            <a:off x="3762000" y="3215400"/>
            <a:ext cx="1620000" cy="960120"/>
          </a:xfrm>
          <a:prstGeom prst="rect">
            <a:avLst/>
          </a:prstGeom>
          <a:noFill/>
        </p:spPr>
        <p:txBody>
          <a:bodyPr wrap="square" lIns="0" tIns="0" rIns="0" bIns="0">
            <a:spAutoFit/>
          </a:bodyPr>
          <a:lstStyle/>
          <a:p>
            <a:pPr algn="ctr"/>
            <a:r>
              <a:rPr sz="950" b="0">
                <a:solidFill>
                  <a:srgbClr val="53524C"/>
                </a:solidFill>
                <a:latin typeface="Calibri"/>
              </a:rPr>
              <a:t>A data user traces a changed file back to its declared sources.</a:t>
            </a:r>
          </a:p>
        </p:txBody>
      </p:sp>
      <p:sp>
        <p:nvSpPr>
          <p:cNvPr id="203" name="Oval 203"/>
          <p:cNvSpPr/>
          <p:nvPr/>
        </p:nvSpPr>
        <p:spPr>
          <a:xfrm>
            <a:off x="6062472" y="2286000"/>
            <a:ext cx="457200" cy="457200"/>
          </a:xfrm>
          <a:prstGeom prst="ellipse">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600" b="1">
                <a:solidFill>
                  <a:srgbClr val="FFFFFF"/>
                </a:solidFill>
                <a:latin typeface="Calibri"/>
              </a:rPr>
              <a:t>4</a:t>
            </a:r>
          </a:p>
        </p:txBody>
      </p:sp>
      <p:sp>
        <p:nvSpPr>
          <p:cNvPr id="303" name="Label 303"/>
          <p:cNvSpPr txBox="1"/>
          <p:nvPr/>
        </p:nvSpPr>
        <p:spPr>
          <a:xfrm>
            <a:off x="5481072" y="2852928"/>
            <a:ext cx="1620000" cy="200055"/>
          </a:xfrm>
          <a:prstGeom prst="rect">
            <a:avLst/>
          </a:prstGeom>
          <a:noFill/>
        </p:spPr>
        <p:txBody>
          <a:bodyPr wrap="square" lIns="0" tIns="0" rIns="0" bIns="0">
            <a:spAutoFit/>
          </a:bodyPr>
          <a:lstStyle/>
          <a:p>
            <a:pPr algn="ctr"/>
            <a:r>
              <a:rPr sz="1200" b="1">
                <a:solidFill>
                  <a:srgbClr val="000C3E"/>
                </a:solidFill>
                <a:latin typeface="Calibri"/>
              </a:rPr>
              <a:t>Demonstration</a:t>
            </a:r>
          </a:p>
        </p:txBody>
      </p:sp>
      <p:sp>
        <p:nvSpPr>
          <p:cNvPr id="403" name="Desc 403"/>
          <p:cNvSpPr txBox="1"/>
          <p:nvPr/>
        </p:nvSpPr>
        <p:spPr>
          <a:xfrm>
            <a:off x="5481072" y="3215400"/>
            <a:ext cx="1620000" cy="960120"/>
          </a:xfrm>
          <a:prstGeom prst="rect">
            <a:avLst/>
          </a:prstGeom>
          <a:noFill/>
        </p:spPr>
        <p:txBody>
          <a:bodyPr wrap="square" lIns="0" tIns="0" rIns="0" bIns="0">
            <a:spAutoFit/>
          </a:bodyPr>
          <a:lstStyle/>
          <a:p>
            <a:pPr algn="ctr"/>
            <a:r>
              <a:rPr sz="950" b="0">
                <a:solidFill>
                  <a:srgbClr val="53524C"/>
                </a:solidFill>
                <a:latin typeface="Calibri"/>
              </a:rPr>
              <a:t>All three functions run on one carbon credit, end to end.</a:t>
            </a:r>
          </a:p>
        </p:txBody>
      </p:sp>
      <p:sp>
        <p:nvSpPr>
          <p:cNvPr id="204" name="Oval 204"/>
          <p:cNvSpPr/>
          <p:nvPr/>
        </p:nvSpPr>
        <p:spPr>
          <a:xfrm>
            <a:off x="7781544" y="2286000"/>
            <a:ext cx="457200" cy="457200"/>
          </a:xfrm>
          <a:prstGeom prst="ellipse">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none" tIns="0" bIns="0" rtlCol="0" anchor="ctr"/>
          <a:lstStyle/>
          <a:p>
            <a:pPr algn="ctr"/>
            <a:r>
              <a:rPr sz="1600" b="1">
                <a:solidFill>
                  <a:srgbClr val="FFFFFF"/>
                </a:solidFill>
                <a:latin typeface="Calibri"/>
              </a:rPr>
              <a:t>5</a:t>
            </a:r>
          </a:p>
        </p:txBody>
      </p:sp>
      <p:sp>
        <p:nvSpPr>
          <p:cNvPr id="304" name="Label 304"/>
          <p:cNvSpPr txBox="1"/>
          <p:nvPr/>
        </p:nvSpPr>
        <p:spPr>
          <a:xfrm>
            <a:off x="7200144" y="2852928"/>
            <a:ext cx="1620000" cy="200055"/>
          </a:xfrm>
          <a:prstGeom prst="rect">
            <a:avLst/>
          </a:prstGeom>
          <a:noFill/>
        </p:spPr>
        <p:txBody>
          <a:bodyPr wrap="square" lIns="0" tIns="0" rIns="0" bIns="0">
            <a:spAutoFit/>
          </a:bodyPr>
          <a:lstStyle/>
          <a:p>
            <a:pPr algn="ctr"/>
            <a:r>
              <a:rPr sz="1200" b="1">
                <a:solidFill>
                  <a:srgbClr val="000C3E"/>
                </a:solidFill>
                <a:latin typeface="Calibri"/>
              </a:rPr>
              <a:t>Status and directions</a:t>
            </a:r>
          </a:p>
        </p:txBody>
      </p:sp>
      <p:sp>
        <p:nvSpPr>
          <p:cNvPr id="404" name="Desc 404"/>
          <p:cNvSpPr txBox="1"/>
          <p:nvPr/>
        </p:nvSpPr>
        <p:spPr>
          <a:xfrm>
            <a:off x="7200144" y="3215400"/>
            <a:ext cx="1620000" cy="960120"/>
          </a:xfrm>
          <a:prstGeom prst="rect">
            <a:avLst/>
          </a:prstGeom>
          <a:noFill/>
        </p:spPr>
        <p:txBody>
          <a:bodyPr wrap="square" lIns="0" tIns="0" rIns="0" bIns="0">
            <a:spAutoFit/>
          </a:bodyPr>
          <a:lstStyle/>
          <a:p>
            <a:pPr algn="ctr"/>
            <a:r>
              <a:rPr sz="950" b="0">
                <a:solidFill>
                  <a:srgbClr val="53524C"/>
                </a:solidFill>
                <a:latin typeface="Calibri"/>
              </a:rPr>
              <a:t>What the platform establishes, and what comes next.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DA25-CE02-EC54-C70E-523DE0411F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97CC34C-61F4-3653-5137-63102B116C46}"/>
              </a:ext>
            </a:extLst>
          </p:cNvPr>
          <p:cNvSpPr txBox="1"/>
          <p:nvPr/>
        </p:nvSpPr>
        <p:spPr>
          <a:xfrm>
            <a:off x="274320" y="603504"/>
            <a:ext cx="8595360" cy="328295"/>
          </a:xfrm>
          <a:prstGeom prst="rect">
            <a:avLst/>
          </a:prstGeom>
          <a:noFill/>
        </p:spPr>
        <p:txBody>
          <a:bodyPr/>
          <a:lstStyle/>
          <a:p>
            <a:r>
              <a:rPr lang="en-US" b="1">
                <a:solidFill>
                  <a:srgbClr val="00529B"/>
                </a:solidFill>
                <a:latin typeface="Rockwell"/>
              </a:rPr>
              <a:t>The trust problem in agricultural data sharing</a:t>
            </a:r>
          </a:p>
        </p:txBody>
      </p:sp>
      <p:sp>
        <p:nvSpPr>
          <p:cNvPr id="990" name="Body 3"/>
          <p:cNvSpPr txBox="1"/>
          <p:nvPr/>
        </p:nvSpPr>
        <p:spPr>
          <a:xfrm>
            <a:off x="457200" y="1719200"/>
            <a:ext cx="8229600" cy="2820796"/>
          </a:xfrm>
          <a:prstGeom prst="rect">
            <a:avLst/>
          </a:prstGeom>
          <a:noFill/>
        </p:spPr>
        <p:txBody>
          <a:bodyPr wrap="square" lIns="0" tIns="0" rIns="0" bIns="0"/>
          <a:lstStyle/>
          <a:p>
            <a:pPr>
              <a:spcBef>
                <a:spcPts val="0"/>
              </a:spcBef>
              <a:spcAft>
                <a:spcPts val="600"/>
              </a:spcAft>
              <a:buNone/>
            </a:pPr>
            <a:r>
              <a:rPr lang="en-US" sz="2000" dirty="0">
                <a:solidFill>
                  <a:srgbClr val="000C3E"/>
                </a:solidFill>
                <a:latin typeface="Calibri"/>
              </a:rPr>
              <a:t>The trust problem in agricultural data sharing</a:t>
            </a:r>
            <a:r>
              <a:rPr lang="en-US" altLang="ko-KR" sz="2000" dirty="0">
                <a:solidFill>
                  <a:srgbClr val="000C3E"/>
                </a:solidFill>
                <a:latin typeface="Calibri"/>
              </a:rPr>
              <a:t>.</a:t>
            </a:r>
          </a:p>
          <a:p>
            <a:pPr>
              <a:spcBef>
                <a:spcPts val="0"/>
              </a:spcBef>
              <a:spcAft>
                <a:spcPts val="600"/>
              </a:spcAft>
              <a:buNone/>
            </a:pPr>
            <a:r>
              <a:rPr lang="en-US" sz="2000" dirty="0">
                <a:solidFill>
                  <a:srgbClr val="000C3E"/>
                </a:solidFill>
                <a:latin typeface="Calibri"/>
              </a:rPr>
              <a:t>We cannot watch the food grow, so we read the label.</a:t>
            </a:r>
          </a:p>
          <a:p>
            <a:pPr>
              <a:spcBef>
                <a:spcPts val="0"/>
              </a:spcBef>
              <a:spcAft>
                <a:spcPts val="600"/>
              </a:spcAft>
              <a:buNone/>
            </a:pPr>
            <a:r>
              <a:rPr lang="en-US" sz="2000" dirty="0">
                <a:solidFill>
                  <a:srgbClr val="000C3E"/>
                </a:solidFill>
                <a:latin typeface="Calibri"/>
              </a:rPr>
              <a:t>The label is a record of what was done, and by whom.</a:t>
            </a:r>
          </a:p>
          <a:p>
            <a:pPr>
              <a:spcBef>
                <a:spcPts val="0"/>
              </a:spcBef>
              <a:spcAft>
                <a:spcPts val="600"/>
              </a:spcAft>
              <a:buNone/>
            </a:pPr>
            <a:r>
              <a:rPr lang="en-US" sz="2000" dirty="0">
                <a:solidFill>
                  <a:srgbClr val="000C3E"/>
                </a:solidFill>
                <a:latin typeface="Calibri"/>
              </a:rPr>
              <a:t>We trust the food only if we trust the record.</a:t>
            </a:r>
          </a:p>
          <a:p>
            <a:pPr>
              <a:spcBef>
                <a:spcPts val="0"/>
              </a:spcBef>
              <a:spcAft>
                <a:spcPts val="600"/>
              </a:spcAft>
              <a:buNone/>
            </a:pPr>
            <a:r>
              <a:rPr lang="en-US" sz="2000" dirty="0">
                <a:solidFill>
                  <a:srgbClr val="000C3E"/>
                </a:solidFill>
                <a:latin typeface="Calibri"/>
              </a:rPr>
              <a:t>We trust the record only if we know where it came from.</a:t>
            </a:r>
          </a:p>
          <a:p>
            <a:pPr>
              <a:spcBef>
                <a:spcPts val="0"/>
              </a:spcBef>
              <a:spcAft>
                <a:spcPts val="600"/>
              </a:spcAft>
              <a:buNone/>
            </a:pPr>
            <a:r>
              <a:rPr lang="en-US" sz="2000" dirty="0">
                <a:solidFill>
                  <a:srgbClr val="000C3E"/>
                </a:solidFill>
                <a:latin typeface="Calibri"/>
              </a:rPr>
              <a:t>In agriculture, that record is data, passed along a chain of organizations</a:t>
            </a:r>
            <a:r>
              <a:rPr lang="en-US" altLang="ko-KR" sz="2000" dirty="0">
                <a:solidFill>
                  <a:srgbClr val="000C3E"/>
                </a:solidFill>
                <a:latin typeface="Calibri"/>
              </a:rPr>
              <a:t>.</a:t>
            </a:r>
            <a:endParaRPr lang="en-US" sz="2000" dirty="0">
              <a:solidFill>
                <a:srgbClr val="000C3E"/>
              </a:solidFill>
              <a:latin typeface="Calibri"/>
            </a:endParaRPr>
          </a:p>
        </p:txBody>
      </p:sp>
    </p:spTree>
    <p:extLst>
      <p:ext uri="{BB962C8B-B14F-4D97-AF65-F5344CB8AC3E}">
        <p14:creationId xmlns:p14="http://schemas.microsoft.com/office/powerpoint/2010/main" val="742570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lang="en-US" sz="1800" b="1">
                <a:solidFill>
                  <a:srgbClr val="00529B"/>
                </a:solidFill>
                <a:latin typeface="Rockwell"/>
              </a:rPr>
              <a:t>Sharing leaves no record</a:t>
            </a:r>
          </a:p>
        </p:txBody>
      </p:sp>
      <p:sp>
        <p:nvSpPr>
          <p:cNvPr id="3" name="Rounded Rectangle 2"/>
          <p:cNvSpPr/>
          <p:nvPr/>
        </p:nvSpPr>
        <p:spPr>
          <a:xfrm>
            <a:off x="914400" y="1726000"/>
            <a:ext cx="1737360" cy="800000"/>
          </a:xfrm>
          <a:prstGeom prst="roundRect">
            <a:avLst/>
          </a:prstGeom>
          <a:solidFill>
            <a:srgbClr val="ECECEA"/>
          </a:solidFill>
          <a:ln w="12700">
            <a:solidFill>
              <a:srgbClr val="9A9993"/>
            </a:solid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r>
              <a:rPr sz="1300" b="1">
                <a:solidFill>
                  <a:srgbClr val="53524C"/>
                </a:solidFill>
                <a:latin typeface="Calibri"/>
              </a:rPr>
              <a:t>Source</a:t>
            </a:r>
          </a:p>
        </p:txBody>
      </p:sp>
      <p:sp>
        <p:nvSpPr>
          <p:cNvPr id="4" name="Rounded Rectangle 3"/>
          <p:cNvSpPr/>
          <p:nvPr/>
        </p:nvSpPr>
        <p:spPr>
          <a:xfrm>
            <a:off x="6492240" y="1726000"/>
            <a:ext cx="1737360" cy="800000"/>
          </a:xfrm>
          <a:prstGeom prst="roundRect">
            <a:avLst/>
          </a:prstGeom>
          <a:solidFill>
            <a:srgbClr val="00529B"/>
          </a:solidFill>
          <a:ln>
            <a:noFill/>
          </a:ln>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spcAft>
                <a:spcPts val="0"/>
              </a:spcAft>
            </a:pPr>
            <a:r>
              <a:rPr sz="1300" b="1">
                <a:solidFill>
                  <a:srgbClr val="FFFFFF"/>
                </a:solidFill>
                <a:latin typeface="Calibri"/>
              </a:rPr>
              <a:t>Data user</a:t>
            </a:r>
          </a:p>
          <a:p>
            <a:pPr algn="ctr"/>
            <a:r>
              <a:rPr sz="950" b="0">
                <a:solidFill>
                  <a:srgbClr val="FFFFFF"/>
                </a:solidFill>
                <a:latin typeface="Calibri"/>
              </a:rPr>
              <a:t>must act on the result it holds</a:t>
            </a:r>
          </a:p>
        </p:txBody>
      </p:sp>
      <p:cxnSp>
        <p:nvCxnSpPr>
          <p:cNvPr id="5" name="Connector 4"/>
          <p:cNvCxnSpPr/>
          <p:nvPr/>
        </p:nvCxnSpPr>
        <p:spPr>
          <a:xfrm>
            <a:off x="2651760" y="2121408"/>
            <a:ext cx="3840480" cy="0"/>
          </a:xfrm>
          <a:prstGeom prst="bentConnector3">
            <a:avLst/>
          </a:prstGeom>
          <a:ln w="19050">
            <a:solidFill>
              <a:srgbClr val="9A9993"/>
            </a:solidFill>
            <a:prstDash val="dash"/>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931920" y="1783080"/>
            <a:ext cx="1280160" cy="365760"/>
          </a:xfrm>
          <a:prstGeom prst="rect">
            <a:avLst/>
          </a:prstGeom>
          <a:noFill/>
        </p:spPr>
        <p:txBody>
          <a:bodyPr wrap="square" lIns="50800" tIns="25400" rIns="50800" bIns="25400">
            <a:spAutoFit/>
          </a:bodyPr>
          <a:lstStyle/>
          <a:p>
            <a:pPr algn="ctr"/>
            <a:r>
              <a:rPr sz="1600" b="1">
                <a:solidFill>
                  <a:srgbClr val="9A9993"/>
                </a:solidFill>
                <a:latin typeface="Calibri"/>
              </a:rPr>
              <a:t>?  ?  ?</a:t>
            </a:r>
          </a:p>
        </p:txBody>
      </p:sp>
      <p:sp>
        <p:nvSpPr>
          <p:cNvPr id="7" name="TextBox 6"/>
          <p:cNvSpPr txBox="1"/>
          <p:nvPr/>
        </p:nvSpPr>
        <p:spPr>
          <a:xfrm>
            <a:off x="2651760" y="2395728"/>
            <a:ext cx="3840480" cy="320040"/>
          </a:xfrm>
          <a:prstGeom prst="rect">
            <a:avLst/>
          </a:prstGeom>
          <a:noFill/>
        </p:spPr>
        <p:txBody>
          <a:bodyPr wrap="square" lIns="50800" tIns="25400" rIns="50800" bIns="25400">
            <a:spAutoFit/>
          </a:bodyPr>
          <a:lstStyle/>
          <a:p>
            <a:pPr algn="ctr"/>
            <a:r>
              <a:rPr sz="1050" b="0">
                <a:solidFill>
                  <a:srgbClr val="53524C"/>
                </a:solidFill>
                <a:latin typeface="Calibri"/>
              </a:rPr>
              <a:t>the path in between is out of sight</a:t>
            </a:r>
          </a:p>
        </p:txBody>
      </p:sp>
      <p:sp>
        <p:nvSpPr>
          <p:cNvPr id="8" name="TextBox 7"/>
          <p:cNvSpPr txBox="1"/>
          <p:nvPr/>
        </p:nvSpPr>
        <p:spPr>
          <a:xfrm>
            <a:off x="731520" y="3120000"/>
            <a:ext cx="7680960" cy="1487587"/>
          </a:xfrm>
          <a:prstGeom prst="rect">
            <a:avLst/>
          </a:prstGeom>
          <a:noFill/>
        </p:spPr>
        <p:txBody>
          <a:bodyPr wrap="square" lIns="50800" tIns="25400" rIns="50800" bIns="25400">
            <a:spAutoFit/>
          </a:bodyPr>
          <a:lstStyle/>
          <a:p>
            <a:pPr>
              <a:spcBef>
                <a:spcPts val="0"/>
              </a:spcBef>
              <a:spcAft>
                <a:spcPts val="400"/>
              </a:spcAft>
              <a:buNone/>
            </a:pPr>
            <a:r>
              <a:rPr lang="en-US" sz="1600" dirty="0">
                <a:solidFill>
                  <a:srgbClr val="000C3E"/>
                </a:solidFill>
                <a:latin typeface="Calibri"/>
              </a:rPr>
              <a:t>A data passes through several organizations before it reaches the data user.</a:t>
            </a:r>
          </a:p>
          <a:p>
            <a:pPr>
              <a:spcBef>
                <a:spcPts val="0"/>
              </a:spcBef>
              <a:spcAft>
                <a:spcPts val="400"/>
              </a:spcAft>
              <a:buNone/>
            </a:pPr>
            <a:r>
              <a:rPr lang="en-US" sz="1600" dirty="0">
                <a:solidFill>
                  <a:srgbClr val="000C3E"/>
                </a:solidFill>
                <a:latin typeface="Calibri"/>
              </a:rPr>
              <a:t>Some sharing steps are recorded.</a:t>
            </a:r>
          </a:p>
          <a:p>
            <a:pPr>
              <a:spcBef>
                <a:spcPts val="0"/>
              </a:spcBef>
              <a:spcAft>
                <a:spcPts val="400"/>
              </a:spcAft>
              <a:buNone/>
            </a:pPr>
            <a:r>
              <a:rPr lang="en-US" sz="1600" dirty="0">
                <a:solidFill>
                  <a:srgbClr val="000C3E"/>
                </a:solidFill>
                <a:latin typeface="Calibri"/>
              </a:rPr>
              <a:t>Many are not, because no one is required to record them.</a:t>
            </a:r>
          </a:p>
          <a:p>
            <a:pPr>
              <a:spcBef>
                <a:spcPts val="0"/>
              </a:spcBef>
              <a:spcAft>
                <a:spcPts val="400"/>
              </a:spcAft>
              <a:buNone/>
            </a:pPr>
            <a:r>
              <a:rPr lang="en-US" sz="1600" dirty="0">
                <a:solidFill>
                  <a:srgbClr val="000C3E"/>
                </a:solidFill>
                <a:latin typeface="Calibri"/>
              </a:rPr>
              <a:t>One missing step is enough to break the trail.</a:t>
            </a:r>
          </a:p>
          <a:p>
            <a:pPr>
              <a:spcBef>
                <a:spcPts val="0"/>
              </a:spcBef>
              <a:spcAft>
                <a:spcPts val="400"/>
              </a:spcAft>
              <a:buNone/>
            </a:pPr>
            <a:r>
              <a:rPr lang="en-US" sz="1600" dirty="0">
                <a:solidFill>
                  <a:srgbClr val="000C3E"/>
                </a:solidFill>
                <a:latin typeface="Calibri"/>
              </a:rPr>
              <a:t>Then there is no way to tell where the data came from.</a:t>
            </a:r>
            <a:endParaRPr lang="en-US" sz="1600" b="0" dirty="0">
              <a:solidFill>
                <a:srgbClr val="000C3E"/>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wrap="square" anchor="t">
            <a:spAutoFit/>
          </a:bodyPr>
          <a:lstStyle/>
          <a:p>
            <a:pPr>
              <a:spcAft>
                <a:spcPts val="600"/>
              </a:spcAft>
            </a:pPr>
            <a:r>
              <a:rPr lang="en-US" altLang="ko-KR" b="1">
                <a:solidFill>
                  <a:srgbClr val="00529B"/>
                </a:solidFill>
                <a:latin typeface="Rockwell"/>
              </a:rPr>
              <a:t>How trust works when participation is required</a:t>
            </a:r>
            <a:endParaRPr sz="1800" b="1">
              <a:solidFill>
                <a:srgbClr val="00529B"/>
              </a:solidFill>
              <a:latin typeface="Rockwell"/>
            </a:endParaRPr>
          </a:p>
        </p:txBody>
      </p:sp>
      <p:sp>
        <p:nvSpPr>
          <p:cNvPr id="6" name="Rounded Rectangle 5"/>
          <p:cNvSpPr/>
          <p:nvPr/>
        </p:nvSpPr>
        <p:spPr>
          <a:xfrm>
            <a:off x="3501374" y="1198112"/>
            <a:ext cx="2100000" cy="560000"/>
          </a:xfrm>
          <a:prstGeom prst="roundRect">
            <a:avLst>
              <a:gd name="adj" fmla="val 8000"/>
            </a:avLst>
          </a:prstGeom>
          <a:solidFill>
            <a:srgbClr val="000C3E"/>
          </a:solidFill>
          <a:ln w="19050">
            <a:solidFill>
              <a:srgbClr val="000C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300" b="1">
                <a:solidFill>
                  <a:srgbClr val="FFFFFF"/>
                </a:solidFill>
                <a:latin typeface="Calibri"/>
              </a:rPr>
              <a:t>Regulator</a:t>
            </a:r>
          </a:p>
        </p:txBody>
      </p:sp>
      <p:sp>
        <p:nvSpPr>
          <p:cNvPr id="7" name="Rounded Rectangle 6"/>
          <p:cNvSpPr/>
          <p:nvPr/>
        </p:nvSpPr>
        <p:spPr>
          <a:xfrm>
            <a:off x="741374" y="2278112"/>
            <a:ext cx="1800000" cy="720000"/>
          </a:xfrm>
          <a:prstGeom prst="roundRect">
            <a:avLst>
              <a:gd name="adj" fmla="val 8000"/>
            </a:avLst>
          </a:prstGeom>
          <a:solidFill>
            <a:srgbClr val="E6EEF5"/>
          </a:solidFill>
          <a:ln w="19050">
            <a:solidFill>
              <a:srgbClr val="00529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250" b="1">
                <a:solidFill>
                  <a:srgbClr val="000C3E"/>
                </a:solidFill>
                <a:latin typeface="Calibri"/>
              </a:rPr>
              <a:t>Organization A</a:t>
            </a:r>
          </a:p>
          <a:p>
            <a:pPr algn="ctr">
              <a:spcAft>
                <a:spcPts val="100"/>
              </a:spcAft>
            </a:pPr>
            <a:r>
              <a:rPr lang="en-US" sz="1100">
                <a:solidFill>
                  <a:srgbClr val="0F6E56"/>
                </a:solidFill>
                <a:latin typeface="Calibri"/>
              </a:rPr>
              <a:t>certified</a:t>
            </a:r>
            <a:r>
              <a:rPr sz="1100" b="0">
                <a:solidFill>
                  <a:srgbClr val="0F6E56"/>
                </a:solidFill>
                <a:latin typeface="Calibri"/>
              </a:rPr>
              <a:t> ✓</a:t>
            </a:r>
          </a:p>
        </p:txBody>
      </p:sp>
      <p:cxnSp>
        <p:nvCxnSpPr>
          <p:cNvPr id="8" name="Connector 7"/>
          <p:cNvCxnSpPr/>
          <p:nvPr/>
        </p:nvCxnSpPr>
        <p:spPr>
          <a:xfrm flipH="1">
            <a:off x="1641374" y="1758112"/>
            <a:ext cx="2910000" cy="520000"/>
          </a:xfrm>
          <a:prstGeom prst="line">
            <a:avLst/>
          </a:prstGeom>
          <a:ln w="19050">
            <a:solidFill>
              <a:srgbClr val="5352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651374" y="2278112"/>
            <a:ext cx="1800000" cy="720000"/>
          </a:xfrm>
          <a:prstGeom prst="roundRect">
            <a:avLst>
              <a:gd name="adj" fmla="val 8000"/>
            </a:avLst>
          </a:prstGeom>
          <a:solidFill>
            <a:srgbClr val="E6EEF5"/>
          </a:solidFill>
          <a:ln w="19050">
            <a:solidFill>
              <a:srgbClr val="00529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250" b="1">
                <a:solidFill>
                  <a:srgbClr val="000C3E"/>
                </a:solidFill>
                <a:latin typeface="Calibri"/>
              </a:rPr>
              <a:t>Organization B</a:t>
            </a:r>
          </a:p>
          <a:p>
            <a:pPr algn="ctr">
              <a:spcAft>
                <a:spcPts val="100"/>
              </a:spcAft>
            </a:pPr>
            <a:r>
              <a:rPr lang="en-US" sz="1100">
                <a:solidFill>
                  <a:srgbClr val="0F6E56"/>
                </a:solidFill>
                <a:latin typeface="Calibri"/>
              </a:rPr>
              <a:t>certified</a:t>
            </a:r>
            <a:r>
              <a:rPr sz="1100" b="0">
                <a:solidFill>
                  <a:srgbClr val="0F6E56"/>
                </a:solidFill>
                <a:latin typeface="Calibri"/>
              </a:rPr>
              <a:t> ✓</a:t>
            </a:r>
          </a:p>
        </p:txBody>
      </p:sp>
      <p:cxnSp>
        <p:nvCxnSpPr>
          <p:cNvPr id="10" name="Connector 9"/>
          <p:cNvCxnSpPr/>
          <p:nvPr/>
        </p:nvCxnSpPr>
        <p:spPr>
          <a:xfrm>
            <a:off x="4551374" y="1758112"/>
            <a:ext cx="0" cy="520000"/>
          </a:xfrm>
          <a:prstGeom prst="line">
            <a:avLst/>
          </a:prstGeom>
          <a:ln w="19050">
            <a:solidFill>
              <a:srgbClr val="5352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561374" y="2278112"/>
            <a:ext cx="1800000" cy="720000"/>
          </a:xfrm>
          <a:prstGeom prst="roundRect">
            <a:avLst>
              <a:gd name="adj" fmla="val 8000"/>
            </a:avLst>
          </a:prstGeom>
          <a:solidFill>
            <a:srgbClr val="E6EEF5"/>
          </a:solidFill>
          <a:ln w="19050">
            <a:solidFill>
              <a:srgbClr val="00529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100"/>
              </a:spcAft>
            </a:pPr>
            <a:r>
              <a:rPr sz="1250" b="1">
                <a:solidFill>
                  <a:srgbClr val="000C3E"/>
                </a:solidFill>
                <a:latin typeface="Calibri"/>
              </a:rPr>
              <a:t>Organization C</a:t>
            </a:r>
          </a:p>
          <a:p>
            <a:pPr algn="ctr">
              <a:spcAft>
                <a:spcPts val="100"/>
              </a:spcAft>
            </a:pPr>
            <a:r>
              <a:rPr lang="en-US" sz="1100">
                <a:solidFill>
                  <a:srgbClr val="0F6E56"/>
                </a:solidFill>
                <a:latin typeface="Calibri"/>
              </a:rPr>
              <a:t>certified</a:t>
            </a:r>
            <a:r>
              <a:rPr sz="1100" b="0">
                <a:solidFill>
                  <a:srgbClr val="0F6E56"/>
                </a:solidFill>
                <a:latin typeface="Calibri"/>
              </a:rPr>
              <a:t> ✓</a:t>
            </a:r>
          </a:p>
        </p:txBody>
      </p:sp>
      <p:cxnSp>
        <p:nvCxnSpPr>
          <p:cNvPr id="12" name="Connector 11"/>
          <p:cNvCxnSpPr/>
          <p:nvPr/>
        </p:nvCxnSpPr>
        <p:spPr>
          <a:xfrm>
            <a:off x="4551374" y="1758112"/>
            <a:ext cx="2910000" cy="520000"/>
          </a:xfrm>
          <a:prstGeom prst="line">
            <a:avLst/>
          </a:prstGeom>
          <a:ln w="19050">
            <a:solidFill>
              <a:srgbClr val="53524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E344AE76-8A1A-EE2D-34C7-FA7D36C8E9CF}"/>
              </a:ext>
            </a:extLst>
          </p:cNvPr>
          <p:cNvSpPr txBox="1"/>
          <p:nvPr/>
        </p:nvSpPr>
        <p:spPr>
          <a:xfrm>
            <a:off x="587255" y="3299965"/>
            <a:ext cx="7928238" cy="1477328"/>
          </a:xfrm>
          <a:prstGeom prst="rect">
            <a:avLst/>
          </a:prstGeom>
          <a:noFill/>
        </p:spPr>
        <p:txBody>
          <a:bodyPr wrap="square">
            <a:spAutoFit/>
          </a:bodyPr>
          <a:lstStyle/>
          <a:p>
            <a:pPr>
              <a:spcBef>
                <a:spcPts val="0"/>
              </a:spcBef>
              <a:spcAft>
                <a:spcPts val="500"/>
              </a:spcAft>
              <a:buNone/>
            </a:pPr>
            <a:r>
              <a:rPr lang="en-US" sz="1500" b="1" dirty="0">
                <a:solidFill>
                  <a:srgbClr val="00529B"/>
                </a:solidFill>
                <a:latin typeface="Calibri"/>
              </a:rPr>
              <a:t>Healthcare and finance faced the same problem and closed it with four conditions.</a:t>
            </a:r>
          </a:p>
          <a:p>
            <a:pPr>
              <a:spcBef>
                <a:spcPts val="0"/>
              </a:spcBef>
              <a:spcAft>
                <a:spcPts val="500"/>
              </a:spcAft>
              <a:buNone/>
            </a:pPr>
            <a:r>
              <a:rPr lang="en-US" sz="1500" b="1" dirty="0">
                <a:solidFill>
                  <a:srgbClr val="000C3E"/>
                </a:solidFill>
                <a:latin typeface="Calibri"/>
              </a:rPr>
              <a:t>Participation.</a:t>
            </a:r>
            <a:r>
              <a:rPr lang="en-US" sz="1500" b="0" dirty="0">
                <a:solidFill>
                  <a:srgbClr val="53524C"/>
                </a:solidFill>
                <a:latin typeface="Calibri"/>
              </a:rPr>
              <a:t>  Every organization that handles the data takes part, by mandate.</a:t>
            </a:r>
          </a:p>
          <a:p>
            <a:pPr>
              <a:spcBef>
                <a:spcPts val="0"/>
              </a:spcBef>
              <a:spcAft>
                <a:spcPts val="400"/>
              </a:spcAft>
            </a:pPr>
            <a:r>
              <a:rPr lang="en-US" sz="1500" b="1" dirty="0">
                <a:solidFill>
                  <a:srgbClr val="000C3E"/>
                </a:solidFill>
                <a:latin typeface="Calibri"/>
              </a:rPr>
              <a:t>Coverage.</a:t>
            </a:r>
            <a:r>
              <a:rPr lang="en-US" sz="1500" dirty="0">
                <a:solidFill>
                  <a:srgbClr val="53524C"/>
                </a:solidFill>
                <a:latin typeface="Calibri"/>
              </a:rPr>
              <a:t> The rules reach every step, from start to end, with no gaps.</a:t>
            </a:r>
          </a:p>
          <a:p>
            <a:pPr>
              <a:spcBef>
                <a:spcPts val="0"/>
              </a:spcBef>
              <a:spcAft>
                <a:spcPts val="400"/>
              </a:spcAft>
            </a:pPr>
            <a:r>
              <a:rPr lang="en-US" sz="1500" b="1" dirty="0">
                <a:solidFill>
                  <a:srgbClr val="000C3E"/>
                </a:solidFill>
                <a:latin typeface="Calibri"/>
              </a:rPr>
              <a:t>Standards.</a:t>
            </a:r>
            <a:r>
              <a:rPr lang="en-US" sz="1500" b="0" dirty="0">
                <a:solidFill>
                  <a:srgbClr val="53524C"/>
                </a:solidFill>
                <a:latin typeface="Calibri"/>
              </a:rPr>
              <a:t> </a:t>
            </a:r>
            <a:r>
              <a:rPr lang="en-US" sz="1500" dirty="0">
                <a:solidFill>
                  <a:srgbClr val="53524C"/>
                </a:solidFill>
                <a:latin typeface="Calibri"/>
              </a:rPr>
              <a:t>Everyone sends data the same agreed way, so the records line up.</a:t>
            </a:r>
          </a:p>
          <a:p>
            <a:pPr>
              <a:spcBef>
                <a:spcPts val="0"/>
              </a:spcBef>
              <a:spcAft>
                <a:spcPts val="400"/>
              </a:spcAft>
            </a:pPr>
            <a:r>
              <a:rPr lang="en-US" sz="1500" b="1" dirty="0">
                <a:solidFill>
                  <a:srgbClr val="000C3E"/>
                </a:solidFill>
                <a:latin typeface="Calibri"/>
              </a:rPr>
              <a:t>Infrastructure.</a:t>
            </a:r>
            <a:r>
              <a:rPr lang="en-US" sz="1500" b="0" dirty="0">
                <a:solidFill>
                  <a:srgbClr val="53524C"/>
                </a:solidFill>
                <a:latin typeface="Calibri"/>
              </a:rPr>
              <a:t> </a:t>
            </a:r>
            <a:r>
              <a:rPr lang="en-US" sz="1500" dirty="0">
                <a:solidFill>
                  <a:srgbClr val="53524C"/>
                </a:solidFill>
                <a:latin typeface="Calibri"/>
              </a:rPr>
              <a:t>Every record sits on one shared platform.</a:t>
            </a:r>
            <a:endParaRPr lang="en-US" sz="1500" b="0" dirty="0">
              <a:solidFill>
                <a:srgbClr val="53524C"/>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1077218"/>
          </a:xfrm>
          <a:prstGeom prst="rect">
            <a:avLst/>
          </a:prstGeom>
          <a:noFill/>
        </p:spPr>
        <p:txBody>
          <a:bodyPr/>
          <a:lstStyle/>
          <a:p>
            <a:r>
              <a:rPr lang="en-US" sz="2400" b="1" dirty="0">
                <a:solidFill>
                  <a:srgbClr val="00529B"/>
                </a:solidFill>
                <a:latin typeface="Calibri"/>
              </a:rPr>
              <a:t>Why agriculture is different</a:t>
            </a:r>
          </a:p>
        </p:txBody>
      </p:sp>
      <p:graphicFrame>
        <p:nvGraphicFramePr>
          <p:cNvPr id="6" name="Table 5"/>
          <p:cNvGraphicFramePr>
            <a:graphicFrameLocks noGrp="1"/>
          </p:cNvGraphicFramePr>
          <p:nvPr>
            <p:extLst>
              <p:ext uri="{D42A27DB-BD31-4B8C-83A1-F6EECF244321}">
                <p14:modId xmlns:p14="http://schemas.microsoft.com/office/powerpoint/2010/main" val="3076081225"/>
              </p:ext>
            </p:extLst>
          </p:nvPr>
        </p:nvGraphicFramePr>
        <p:xfrm>
          <a:off x="1572568" y="1721252"/>
          <a:ext cx="5944000" cy="2200000"/>
        </p:xfrm>
        <a:graphic>
          <a:graphicData uri="http://schemas.openxmlformats.org/drawingml/2006/table">
            <a:tbl>
              <a:tblPr firstRow="1" bandRow="1">
                <a:tableStyleId>{5C22544A-7EE6-4342-B048-85BDC9FD1C3A}</a:tableStyleId>
              </a:tblPr>
              <a:tblGrid>
                <a:gridCol w="2344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3"/>
                    </a:ext>
                  </a:extLst>
                </a:gridCol>
              </a:tblGrid>
              <a:tr h="440000">
                <a:tc>
                  <a:txBody>
                    <a:bodyPr/>
                    <a:lstStyle/>
                    <a:p>
                      <a:pPr algn="l"/>
                      <a:endParaRPr/>
                    </a:p>
                  </a:txBody>
                  <a:tcPr marR="45720" marT="18288" marB="18288" anchor="ctr">
                    <a:solidFill>
                      <a:srgbClr val="000C3E"/>
                    </a:solidFill>
                  </a:tcPr>
                </a:tc>
                <a:tc>
                  <a:txBody>
                    <a:bodyPr/>
                    <a:lstStyle/>
                    <a:p>
                      <a:pPr algn="ctr"/>
                      <a:r>
                        <a:rPr sz="1300" b="1">
                          <a:solidFill>
                            <a:srgbClr val="FFFFFF"/>
                          </a:solidFill>
                          <a:latin typeface="Calibri"/>
                        </a:rPr>
                        <a:t>Healthcare</a:t>
                      </a:r>
                      <a:r>
                        <a:rPr lang="en-US" sz="1300" b="1">
                          <a:solidFill>
                            <a:srgbClr val="FFFFFF"/>
                          </a:solidFill>
                          <a:latin typeface="Calibri"/>
                        </a:rPr>
                        <a:t> &amp; Finance</a:t>
                      </a:r>
                      <a:endParaRPr sz="1300" b="1">
                        <a:solidFill>
                          <a:srgbClr val="FFFFFF"/>
                        </a:solidFill>
                        <a:latin typeface="Calibri"/>
                      </a:endParaRPr>
                    </a:p>
                  </a:txBody>
                  <a:tcPr marR="45720" marT="18288" marB="18288" anchor="ctr">
                    <a:solidFill>
                      <a:srgbClr val="000C3E"/>
                    </a:solidFill>
                  </a:tcPr>
                </a:tc>
                <a:tc>
                  <a:txBody>
                    <a:bodyPr/>
                    <a:lstStyle/>
                    <a:p>
                      <a:pPr algn="ctr"/>
                      <a:r>
                        <a:rPr sz="1300" b="1">
                          <a:solidFill>
                            <a:srgbClr val="FFFFFF"/>
                          </a:solidFill>
                          <a:latin typeface="Calibri"/>
                        </a:rPr>
                        <a:t>Agriculture</a:t>
                      </a:r>
                    </a:p>
                  </a:txBody>
                  <a:tcPr marR="45720" marT="18288" marB="18288" anchor="ctr">
                    <a:solidFill>
                      <a:srgbClr val="000C3E"/>
                    </a:solidFill>
                  </a:tcPr>
                </a:tc>
                <a:extLst>
                  <a:ext uri="{0D108BD9-81ED-4DB2-BD59-A6C34878D82A}">
                    <a16:rowId xmlns:a16="http://schemas.microsoft.com/office/drawing/2014/main" val="10000"/>
                  </a:ext>
                </a:extLst>
              </a:tr>
              <a:tr h="440000">
                <a:tc>
                  <a:txBody>
                    <a:bodyPr/>
                    <a:lstStyle/>
                    <a:p>
                      <a:pPr algn="l"/>
                      <a:r>
                        <a:rPr lang="en-US" sz="1250" b="1">
                          <a:solidFill>
                            <a:srgbClr val="000C3E"/>
                          </a:solidFill>
                          <a:latin typeface="Calibri"/>
                        </a:rPr>
                        <a:t>Participation</a:t>
                      </a:r>
                      <a:endParaRPr sz="1250" b="1">
                        <a:solidFill>
                          <a:srgbClr val="000C3E"/>
                        </a:solidFill>
                        <a:latin typeface="Calibri"/>
                      </a:endParaRPr>
                    </a:p>
                  </a:txBody>
                  <a:tcPr marR="45720" marT="18288" marB="18288" anchor="ctr">
                    <a:solidFill>
                      <a:srgbClr val="E6EEF5"/>
                    </a:solidFill>
                  </a:tcPr>
                </a:tc>
                <a:tc>
                  <a:txBody>
                    <a:bodyPr/>
                    <a:lstStyle/>
                    <a:p>
                      <a:pPr algn="ctr"/>
                      <a:r>
                        <a:rPr lang="en-US" sz="1250" b="0">
                          <a:solidFill>
                            <a:srgbClr val="2B2B2B"/>
                          </a:solidFill>
                          <a:latin typeface="Calibri"/>
                        </a:rPr>
                        <a:t>Required</a:t>
                      </a:r>
                      <a:endParaRPr sz="1250" b="0">
                        <a:solidFill>
                          <a:srgbClr val="2B2B2B"/>
                        </a:solidFill>
                        <a:latin typeface="Calibri"/>
                      </a:endParaRPr>
                    </a:p>
                  </a:txBody>
                  <a:tcPr marR="45720" marT="18288" marB="18288" anchor="ctr">
                    <a:solidFill>
                      <a:srgbClr val="FFFFFF"/>
                    </a:solidFill>
                  </a:tcPr>
                </a:tc>
                <a:tc>
                  <a:txBody>
                    <a:bodyPr/>
                    <a:lstStyle/>
                    <a:p>
                      <a:pPr algn="ctr"/>
                      <a:r>
                        <a:rPr lang="en-US" sz="1250" b="1">
                          <a:solidFill>
                            <a:srgbClr val="C8102E"/>
                          </a:solidFill>
                          <a:latin typeface="Calibri"/>
                        </a:rPr>
                        <a:t>Voluntary</a:t>
                      </a:r>
                      <a:endParaRPr sz="1250" b="1">
                        <a:solidFill>
                          <a:srgbClr val="C8102E"/>
                        </a:solidFill>
                        <a:latin typeface="Calibri"/>
                      </a:endParaRPr>
                    </a:p>
                  </a:txBody>
                  <a:tcPr marR="45720" marT="18288" marB="18288" anchor="ctr">
                    <a:solidFill>
                      <a:srgbClr val="FBF0F1"/>
                    </a:solidFill>
                  </a:tcPr>
                </a:tc>
                <a:extLst>
                  <a:ext uri="{0D108BD9-81ED-4DB2-BD59-A6C34878D82A}">
                    <a16:rowId xmlns:a16="http://schemas.microsoft.com/office/drawing/2014/main" val="10001"/>
                  </a:ext>
                </a:extLst>
              </a:tr>
              <a:tr h="440000">
                <a:tc>
                  <a:txBody>
                    <a:bodyPr/>
                    <a:lstStyle/>
                    <a:p>
                      <a:pPr algn="l"/>
                      <a:r>
                        <a:rPr lang="en-US" sz="1250" b="1">
                          <a:solidFill>
                            <a:srgbClr val="000C3E"/>
                          </a:solidFill>
                          <a:latin typeface="Calibri"/>
                        </a:rPr>
                        <a:t>Coverage</a:t>
                      </a:r>
                      <a:endParaRPr sz="1250" b="1">
                        <a:solidFill>
                          <a:srgbClr val="000C3E"/>
                        </a:solidFill>
                        <a:latin typeface="Calibri"/>
                      </a:endParaRPr>
                    </a:p>
                  </a:txBody>
                  <a:tcPr marR="45720" marT="18288" marB="18288" anchor="ctr">
                    <a:solidFill>
                      <a:srgbClr val="E6EEF5"/>
                    </a:solidFill>
                  </a:tcPr>
                </a:tc>
                <a:tc>
                  <a:txBody>
                    <a:bodyPr/>
                    <a:lstStyle/>
                    <a:p>
                      <a:pPr algn="ctr"/>
                      <a:r>
                        <a:rPr lang="en-US" sz="1250" b="0">
                          <a:solidFill>
                            <a:srgbClr val="2B2B2B"/>
                          </a:solidFill>
                          <a:latin typeface="Calibri"/>
                        </a:rPr>
                        <a:t>Full</a:t>
                      </a:r>
                      <a:endParaRPr sz="1250" b="0">
                        <a:solidFill>
                          <a:srgbClr val="2B2B2B"/>
                        </a:solidFill>
                        <a:latin typeface="Calibri"/>
                      </a:endParaRPr>
                    </a:p>
                  </a:txBody>
                  <a:tcPr marR="45720" marT="18288" marB="18288" anchor="ctr">
                    <a:solidFill>
                      <a:srgbClr val="FFFFFF"/>
                    </a:solidFill>
                  </a:tcPr>
                </a:tc>
                <a:tc>
                  <a:txBody>
                    <a:bodyPr/>
                    <a:lstStyle/>
                    <a:p>
                      <a:pPr algn="ctr"/>
                      <a:r>
                        <a:rPr lang="en-US" sz="1250" b="1">
                          <a:solidFill>
                            <a:srgbClr val="C8102E"/>
                          </a:solidFill>
                          <a:latin typeface="Calibri"/>
                        </a:rPr>
                        <a:t>Partial</a:t>
                      </a:r>
                      <a:endParaRPr sz="1250" b="1">
                        <a:solidFill>
                          <a:srgbClr val="C8102E"/>
                        </a:solidFill>
                        <a:latin typeface="Calibri"/>
                      </a:endParaRPr>
                    </a:p>
                  </a:txBody>
                  <a:tcPr marR="45720" marT="18288" marB="18288" anchor="ctr">
                    <a:solidFill>
                      <a:srgbClr val="FBF0F1"/>
                    </a:solidFill>
                  </a:tcPr>
                </a:tc>
                <a:extLst>
                  <a:ext uri="{0D108BD9-81ED-4DB2-BD59-A6C34878D82A}">
                    <a16:rowId xmlns:a16="http://schemas.microsoft.com/office/drawing/2014/main" val="10002"/>
                  </a:ext>
                </a:extLst>
              </a:tr>
              <a:tr h="440000">
                <a:tc>
                  <a:txBody>
                    <a:bodyPr/>
                    <a:lstStyle/>
                    <a:p>
                      <a:pPr algn="l"/>
                      <a:r>
                        <a:rPr lang="en-US" sz="1250" b="1">
                          <a:solidFill>
                            <a:srgbClr val="000C3E"/>
                          </a:solidFill>
                          <a:latin typeface="Calibri"/>
                        </a:rPr>
                        <a:t>Standards</a:t>
                      </a:r>
                      <a:endParaRPr sz="1250" b="1">
                        <a:solidFill>
                          <a:srgbClr val="000C3E"/>
                        </a:solidFill>
                        <a:latin typeface="Calibri"/>
                      </a:endParaRPr>
                    </a:p>
                  </a:txBody>
                  <a:tcPr marR="45720" marT="18288" marB="18288" anchor="ctr">
                    <a:solidFill>
                      <a:srgbClr val="E6EEF5"/>
                    </a:solidFill>
                  </a:tcPr>
                </a:tc>
                <a:tc>
                  <a:txBody>
                    <a:bodyPr/>
                    <a:lstStyle/>
                    <a:p>
                      <a:pPr algn="ctr"/>
                      <a:r>
                        <a:rPr lang="en-US" sz="1250" b="0">
                          <a:solidFill>
                            <a:srgbClr val="2B2B2B"/>
                          </a:solidFill>
                          <a:latin typeface="Calibri"/>
                        </a:rPr>
                        <a:t>Shared</a:t>
                      </a:r>
                      <a:endParaRPr sz="1250" b="0">
                        <a:solidFill>
                          <a:srgbClr val="2B2B2B"/>
                        </a:solidFill>
                        <a:latin typeface="Calibri"/>
                      </a:endParaRPr>
                    </a:p>
                  </a:txBody>
                  <a:tcPr marR="45720" marT="18288" marB="18288" anchor="ctr">
                    <a:solidFill>
                      <a:srgbClr val="FFFFFF"/>
                    </a:solidFill>
                  </a:tcPr>
                </a:tc>
                <a:tc>
                  <a:txBody>
                    <a:bodyPr/>
                    <a:lstStyle/>
                    <a:p>
                      <a:pPr algn="ctr"/>
                      <a:r>
                        <a:rPr lang="en-US" sz="1250" b="1">
                          <a:solidFill>
                            <a:srgbClr val="C8102E"/>
                          </a:solidFill>
                          <a:latin typeface="Calibri"/>
                        </a:rPr>
                        <a:t>Fragmented</a:t>
                      </a:r>
                      <a:endParaRPr sz="1250" b="1">
                        <a:solidFill>
                          <a:srgbClr val="C8102E"/>
                        </a:solidFill>
                        <a:latin typeface="Calibri"/>
                      </a:endParaRPr>
                    </a:p>
                  </a:txBody>
                  <a:tcPr marR="45720" marT="18288" marB="18288" anchor="ctr">
                    <a:solidFill>
                      <a:srgbClr val="FBF0F1"/>
                    </a:solidFill>
                  </a:tcPr>
                </a:tc>
                <a:extLst>
                  <a:ext uri="{0D108BD9-81ED-4DB2-BD59-A6C34878D82A}">
                    <a16:rowId xmlns:a16="http://schemas.microsoft.com/office/drawing/2014/main" val="10003"/>
                  </a:ext>
                </a:extLst>
              </a:tr>
              <a:tr h="440000">
                <a:tc>
                  <a:txBody>
                    <a:bodyPr/>
                    <a:lstStyle/>
                    <a:p>
                      <a:pPr algn="l"/>
                      <a:r>
                        <a:rPr lang="en-US" sz="1250" b="1">
                          <a:solidFill>
                            <a:srgbClr val="000C3E"/>
                          </a:solidFill>
                          <a:latin typeface="Calibri"/>
                        </a:rPr>
                        <a:t>Infrastructure</a:t>
                      </a:r>
                      <a:endParaRPr sz="1250" b="1">
                        <a:solidFill>
                          <a:srgbClr val="000C3E"/>
                        </a:solidFill>
                        <a:latin typeface="Calibri"/>
                      </a:endParaRPr>
                    </a:p>
                  </a:txBody>
                  <a:tcPr marR="45720" marT="18288" marB="18288" anchor="ctr">
                    <a:solidFill>
                      <a:srgbClr val="E6EEF5"/>
                    </a:solidFill>
                  </a:tcPr>
                </a:tc>
                <a:tc>
                  <a:txBody>
                    <a:bodyPr/>
                    <a:lstStyle/>
                    <a:p>
                      <a:pPr algn="ctr"/>
                      <a:r>
                        <a:rPr lang="en-US" sz="1250" b="0">
                          <a:solidFill>
                            <a:srgbClr val="2B2B2B"/>
                          </a:solidFill>
                          <a:latin typeface="Calibri"/>
                        </a:rPr>
                        <a:t>Shared</a:t>
                      </a:r>
                      <a:endParaRPr sz="1250" b="0">
                        <a:solidFill>
                          <a:srgbClr val="2B2B2B"/>
                        </a:solidFill>
                        <a:latin typeface="Calibri"/>
                      </a:endParaRPr>
                    </a:p>
                  </a:txBody>
                  <a:tcPr marR="45720" marT="18288" marB="18288" anchor="ctr">
                    <a:solidFill>
                      <a:srgbClr val="FFFFFF"/>
                    </a:solidFill>
                  </a:tcPr>
                </a:tc>
                <a:tc>
                  <a:txBody>
                    <a:bodyPr/>
                    <a:lstStyle/>
                    <a:p>
                      <a:pPr algn="ctr"/>
                      <a:r>
                        <a:rPr lang="en-US" sz="1250" b="1">
                          <a:solidFill>
                            <a:srgbClr val="C8102E"/>
                          </a:solidFill>
                          <a:latin typeface="Calibri"/>
                        </a:rPr>
                        <a:t>None</a:t>
                      </a:r>
                      <a:endParaRPr sz="1250" b="1">
                        <a:solidFill>
                          <a:srgbClr val="C8102E"/>
                        </a:solidFill>
                        <a:latin typeface="Calibri"/>
                      </a:endParaRPr>
                    </a:p>
                  </a:txBody>
                  <a:tcPr marR="45720" marT="18288" marB="18288" anchor="ctr">
                    <a:solidFill>
                      <a:srgbClr val="FBF0F1"/>
                    </a:solidFill>
                  </a:tcPr>
                </a:tc>
                <a:extLst>
                  <a:ext uri="{0D108BD9-81ED-4DB2-BD59-A6C34878D82A}">
                    <a16:rowId xmlns:a16="http://schemas.microsoft.com/office/drawing/2014/main" val="10004"/>
                  </a:ext>
                </a:extLst>
              </a:tr>
            </a:tbl>
          </a:graphicData>
        </a:graphic>
      </p:graphicFrame>
      <p:sp>
        <p:nvSpPr>
          <p:cNvPr id="990" name="Close 6"/>
          <p:cNvSpPr txBox="1"/>
          <p:nvPr/>
        </p:nvSpPr>
        <p:spPr>
          <a:xfrm>
            <a:off x="457200" y="4150000"/>
            <a:ext cx="8229600" cy="700000"/>
          </a:xfrm>
          <a:prstGeom prst="rect">
            <a:avLst/>
          </a:prstGeom>
          <a:noFill/>
        </p:spPr>
        <p:txBody>
          <a:bodyPr wrap="square" lIns="0" tIns="0" rIns="0" bIns="0"/>
          <a:lstStyle/>
          <a:p>
            <a:pPr algn="ctr"/>
            <a:r>
              <a:rPr lang="en-US" sz="1400" b="1" dirty="0">
                <a:solidFill>
                  <a:srgbClr val="000C3E"/>
                </a:solidFill>
                <a:latin typeface="Calibri"/>
              </a:rPr>
              <a:t>Participation is voluntary, and the other three difficult with 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sz="1800" b="1">
                <a:solidFill>
                  <a:srgbClr val="00529B"/>
                </a:solidFill>
                <a:latin typeface="Rockwell"/>
              </a:rPr>
              <a:t>The </a:t>
            </a:r>
            <a:r>
              <a:rPr lang="en-US" sz="1800" b="1">
                <a:solidFill>
                  <a:srgbClr val="00529B"/>
                </a:solidFill>
                <a:latin typeface="Rockwell"/>
              </a:rPr>
              <a:t>agricultural carbon market</a:t>
            </a:r>
          </a:p>
        </p:txBody>
      </p:sp>
      <p:sp>
        <p:nvSpPr>
          <p:cNvPr id="3" name="TextBox 2"/>
          <p:cNvSpPr txBox="1"/>
          <p:nvPr/>
        </p:nvSpPr>
        <p:spPr>
          <a:xfrm>
            <a:off x="384048" y="1078992"/>
            <a:ext cx="8321040" cy="1156727"/>
          </a:xfrm>
          <a:prstGeom prst="rect">
            <a:avLst/>
          </a:prstGeom>
          <a:noFill/>
        </p:spPr>
        <p:txBody>
          <a:bodyPr wrap="square" anchor="t">
            <a:spAutoFit/>
          </a:bodyPr>
          <a:lstStyle/>
          <a:p>
            <a:pPr>
              <a:spcBef>
                <a:spcPts val="0"/>
              </a:spcBef>
              <a:spcAft>
                <a:spcPts val="200"/>
              </a:spcAft>
              <a:buNone/>
            </a:pPr>
            <a:r>
              <a:rPr lang="en-US" sz="1250" dirty="0">
                <a:solidFill>
                  <a:srgbClr val="1A1A1A"/>
                </a:solidFill>
                <a:latin typeface="Calibri"/>
              </a:rPr>
              <a:t>Companies buy carbon credits to claim net zero, and the money flows back to farmers.</a:t>
            </a:r>
          </a:p>
          <a:p>
            <a:pPr>
              <a:spcBef>
                <a:spcPts val="0"/>
              </a:spcBef>
              <a:spcAft>
                <a:spcPts val="200"/>
              </a:spcAft>
              <a:buNone/>
            </a:pPr>
            <a:r>
              <a:rPr lang="en-US" sz="1250" dirty="0">
                <a:solidFill>
                  <a:srgbClr val="1A1A1A"/>
                </a:solidFill>
                <a:latin typeface="Calibri"/>
              </a:rPr>
              <a:t>The carbon market is also voluntary, so the data behind each credit cannot be standardized.</a:t>
            </a:r>
          </a:p>
          <a:p>
            <a:pPr>
              <a:spcBef>
                <a:spcPts val="0"/>
              </a:spcBef>
              <a:spcAft>
                <a:spcPts val="200"/>
              </a:spcAft>
              <a:buNone/>
            </a:pPr>
            <a:r>
              <a:rPr lang="en-US" sz="1250" dirty="0">
                <a:solidFill>
                  <a:srgbClr val="1A1A1A"/>
                </a:solidFill>
                <a:latin typeface="Calibri"/>
              </a:rPr>
              <a:t>The same farm activity can yield a different credit, depending on who measures it and how.</a:t>
            </a:r>
          </a:p>
          <a:p>
            <a:pPr>
              <a:spcBef>
                <a:spcPts val="0"/>
              </a:spcBef>
              <a:spcAft>
                <a:spcPts val="200"/>
              </a:spcAft>
              <a:buNone/>
            </a:pPr>
            <a:r>
              <a:rPr lang="en-US" sz="1250" dirty="0">
                <a:solidFill>
                  <a:srgbClr val="1A1A1A"/>
                </a:solidFill>
                <a:latin typeface="Calibri"/>
              </a:rPr>
              <a:t>Buyers cannot see how the credits were produced, and cannot verify what each credit is worth.</a:t>
            </a:r>
          </a:p>
          <a:p>
            <a:pPr>
              <a:spcBef>
                <a:spcPts val="0"/>
              </a:spcBef>
              <a:spcAft>
                <a:spcPts val="200"/>
              </a:spcAft>
              <a:buNone/>
            </a:pPr>
            <a:r>
              <a:rPr lang="en-US" sz="1250" dirty="0">
                <a:solidFill>
                  <a:srgbClr val="1A1A1A"/>
                </a:solidFill>
                <a:latin typeface="Calibri"/>
              </a:rPr>
              <a:t>A credit that removed no carbon can still be sold as real. That risk is greenwashing.</a:t>
            </a:r>
            <a:endParaRPr lang="en-US" sz="1250" b="1" dirty="0">
              <a:solidFill>
                <a:srgbClr val="000C3E"/>
              </a:solidFill>
              <a:latin typeface="Calibri"/>
            </a:endParaRPr>
          </a:p>
        </p:txBody>
      </p:sp>
      <p:pic>
        <p:nvPicPr>
          <p:cNvPr id="4" name="Picture 3" descr="02_chain_base.png"/>
          <p:cNvPicPr>
            <a:picLocks noChangeAspect="1"/>
          </p:cNvPicPr>
          <p:nvPr/>
        </p:nvPicPr>
        <p:blipFill>
          <a:blip r:embed="rId3"/>
          <a:stretch>
            <a:fillRect/>
          </a:stretch>
        </p:blipFill>
        <p:spPr>
          <a:xfrm>
            <a:off x="1632000" y="2215528"/>
            <a:ext cx="5880000" cy="2760000"/>
          </a:xfrm>
          <a:prstGeom prst="rect">
            <a:avLst/>
          </a:prstGeom>
          <a:ln w="6350">
            <a:solidFill>
              <a:srgbClr val="DDDDDD"/>
            </a:solid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wrap="square" anchor="t">
            <a:spAutoFit/>
          </a:bodyPr>
          <a:lstStyle/>
          <a:p>
            <a:pPr algn="l">
              <a:spcAft>
                <a:spcPts val="600"/>
              </a:spcAft>
            </a:pPr>
            <a:r>
              <a:rPr sz="1800" b="1">
                <a:solidFill>
                  <a:srgbClr val="00529B"/>
                </a:solidFill>
                <a:latin typeface="Rockwell"/>
              </a:rPr>
              <a:t>The cost of lost trust</a:t>
            </a:r>
          </a:p>
        </p:txBody>
      </p:sp>
      <p:sp>
        <p:nvSpPr>
          <p:cNvPr id="4" name="TextBox 3"/>
          <p:cNvSpPr txBox="1"/>
          <p:nvPr/>
        </p:nvSpPr>
        <p:spPr>
          <a:xfrm>
            <a:off x="640080" y="1965960"/>
            <a:ext cx="7955279" cy="1554272"/>
          </a:xfrm>
          <a:prstGeom prst="rect">
            <a:avLst/>
          </a:prstGeom>
          <a:noFill/>
        </p:spPr>
        <p:txBody>
          <a:bodyPr wrap="square">
            <a:spAutoFit/>
          </a:bodyPr>
          <a:lstStyle/>
          <a:p>
            <a:pPr>
              <a:spcBef>
                <a:spcPts val="0"/>
              </a:spcBef>
              <a:spcAft>
                <a:spcPts val="350"/>
              </a:spcAft>
              <a:buNone/>
            </a:pPr>
            <a:r>
              <a:rPr lang="en-US" sz="1700" dirty="0">
                <a:solidFill>
                  <a:srgbClr val="000C3E"/>
                </a:solidFill>
                <a:latin typeface="Calibri"/>
              </a:rPr>
              <a:t>REDD+ projects were credited for reductions they did not deliver.</a:t>
            </a:r>
          </a:p>
          <a:p>
            <a:pPr>
              <a:spcBef>
                <a:spcPts val="0"/>
              </a:spcBef>
              <a:spcAft>
                <a:spcPts val="350"/>
              </a:spcAft>
              <a:buNone/>
            </a:pPr>
            <a:r>
              <a:rPr lang="en-US" sz="1700" dirty="0">
                <a:solidFill>
                  <a:srgbClr val="000C3E"/>
                </a:solidFill>
                <a:latin typeface="Calibri"/>
              </a:rPr>
              <a:t>Buyers lost trust, and the market decreased by 62% between 2022 and 2023.</a:t>
            </a:r>
          </a:p>
          <a:p>
            <a:pPr>
              <a:spcBef>
                <a:spcPts val="0"/>
              </a:spcBef>
              <a:spcAft>
                <a:spcPts val="350"/>
              </a:spcAft>
              <a:buNone/>
            </a:pPr>
            <a:r>
              <a:rPr lang="en-US" sz="1700" dirty="0">
                <a:solidFill>
                  <a:srgbClr val="000C3E"/>
                </a:solidFill>
                <a:latin typeface="Calibri"/>
              </a:rPr>
              <a:t>The failure was not the carbon market.</a:t>
            </a:r>
          </a:p>
          <a:p>
            <a:pPr>
              <a:spcBef>
                <a:spcPts val="0"/>
              </a:spcBef>
              <a:spcAft>
                <a:spcPts val="350"/>
              </a:spcAft>
              <a:buNone/>
            </a:pPr>
            <a:r>
              <a:rPr lang="en-US" sz="1700" dirty="0">
                <a:solidFill>
                  <a:srgbClr val="000C3E"/>
                </a:solidFill>
                <a:latin typeface="Calibri"/>
              </a:rPr>
              <a:t>What was missing was an infrastructure for transparent data sharing under voluntary participation.</a:t>
            </a:r>
            <a:endParaRPr lang="en-US" sz="1700" b="1" dirty="0">
              <a:solidFill>
                <a:srgbClr val="000C3E"/>
              </a:solidFill>
              <a:latin typeface="Calibri"/>
            </a:endParaRPr>
          </a:p>
        </p:txBody>
      </p:sp>
      <p:sp>
        <p:nvSpPr>
          <p:cNvPr id="5" name="TextBox 4"/>
          <p:cNvSpPr txBox="1"/>
          <p:nvPr/>
        </p:nvSpPr>
        <p:spPr>
          <a:xfrm>
            <a:off x="274320" y="4617720"/>
            <a:ext cx="8595360" cy="457200"/>
          </a:xfrm>
          <a:prstGeom prst="rect">
            <a:avLst/>
          </a:prstGeom>
          <a:noFill/>
        </p:spPr>
        <p:txBody>
          <a:bodyPr wrap="square" anchor="t">
            <a:spAutoFit/>
          </a:bodyPr>
          <a:lstStyle/>
          <a:p>
            <a:pPr algn="l">
              <a:spcAft>
                <a:spcPts val="800"/>
              </a:spcAft>
            </a:pPr>
            <a:r>
              <a:rPr sz="1100">
                <a:solidFill>
                  <a:srgbClr val="888780"/>
                </a:solidFill>
                <a:latin typeface="Calibri"/>
              </a:rPr>
              <a:t>West et al. 2023  ·  Forest Trends 2024</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dirty="0">
                <a:solidFill>
                  <a:srgbClr val="00529B"/>
                </a:solidFill>
                <a:latin typeface="Rockwell"/>
              </a:rPr>
              <a:t>Making the transparent data sharing</a:t>
            </a:r>
          </a:p>
        </p:txBody>
      </p:sp>
      <p:sp>
        <p:nvSpPr>
          <p:cNvPr id="3" name="TextBox 2"/>
          <p:cNvSpPr txBox="1"/>
          <p:nvPr/>
        </p:nvSpPr>
        <p:spPr>
          <a:xfrm>
            <a:off x="411480" y="1871558"/>
            <a:ext cx="8321040" cy="1400383"/>
          </a:xfrm>
          <a:prstGeom prst="rect">
            <a:avLst/>
          </a:prstGeom>
          <a:noFill/>
        </p:spPr>
        <p:txBody>
          <a:bodyPr wrap="square" anchor="t">
            <a:spAutoFit/>
          </a:bodyPr>
          <a:lstStyle/>
          <a:p>
            <a:pPr>
              <a:spcBef>
                <a:spcPts val="0"/>
              </a:spcBef>
              <a:spcAft>
                <a:spcPts val="0"/>
              </a:spcAft>
              <a:buNone/>
            </a:pPr>
            <a:r>
              <a:rPr lang="en-US" sz="1700" dirty="0">
                <a:solidFill>
                  <a:srgbClr val="000C3E"/>
                </a:solidFill>
                <a:latin typeface="Calibri"/>
              </a:rPr>
              <a:t>The goal is the same one healthcare and finance reached: user can follow the full life of the data.</a:t>
            </a:r>
          </a:p>
          <a:p>
            <a:pPr>
              <a:spcBef>
                <a:spcPts val="0"/>
              </a:spcBef>
              <a:spcAft>
                <a:spcPts val="0"/>
              </a:spcAft>
              <a:buNone/>
            </a:pPr>
            <a:r>
              <a:rPr lang="en-US" sz="1700" dirty="0">
                <a:solidFill>
                  <a:srgbClr val="000C3E"/>
                </a:solidFill>
                <a:latin typeface="Calibri"/>
              </a:rPr>
              <a:t>But the base is different. No fixed format, no fixed records, no single authority.</a:t>
            </a:r>
          </a:p>
          <a:p>
            <a:pPr>
              <a:spcBef>
                <a:spcPts val="0"/>
              </a:spcBef>
              <a:spcAft>
                <a:spcPts val="0"/>
              </a:spcAft>
              <a:buNone/>
            </a:pPr>
            <a:r>
              <a:rPr lang="en-US" sz="1700" dirty="0">
                <a:solidFill>
                  <a:srgbClr val="000C3E"/>
                </a:solidFill>
                <a:latin typeface="Calibri"/>
              </a:rPr>
              <a:t>Instead, every sharing step is written to one shared record that any user can read.</a:t>
            </a:r>
          </a:p>
          <a:p>
            <a:pPr>
              <a:spcBef>
                <a:spcPts val="0"/>
              </a:spcBef>
              <a:spcAft>
                <a:spcPts val="0"/>
              </a:spcAft>
              <a:buNone/>
            </a:pPr>
            <a:r>
              <a:rPr lang="en-US" sz="1700" dirty="0">
                <a:solidFill>
                  <a:srgbClr val="000C3E"/>
                </a:solidFill>
                <a:latin typeface="Calibri"/>
              </a:rPr>
              <a:t>The record has no gaps: where the data came from, how it changed, where it went.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lang="en-US" sz="1800" b="1">
                <a:solidFill>
                  <a:srgbClr val="00529B"/>
                </a:solidFill>
                <a:latin typeface="Rockwell"/>
              </a:rPr>
              <a:t>Three functions for trust under voluntary participation</a:t>
            </a:r>
          </a:p>
        </p:txBody>
      </p:sp>
      <p:sp>
        <p:nvSpPr>
          <p:cNvPr id="3" name="TextBox 2"/>
          <p:cNvSpPr txBox="1"/>
          <p:nvPr/>
        </p:nvSpPr>
        <p:spPr>
          <a:xfrm>
            <a:off x="384048" y="1078992"/>
            <a:ext cx="8321040" cy="1579920"/>
          </a:xfrm>
          <a:prstGeom prst="rect">
            <a:avLst/>
          </a:prstGeom>
          <a:noFill/>
        </p:spPr>
        <p:txBody>
          <a:bodyPr wrap="square" anchor="t">
            <a:spAutoFit/>
          </a:bodyPr>
          <a:lstStyle/>
          <a:p>
            <a:pPr>
              <a:spcBef>
                <a:spcPts val="0"/>
              </a:spcBef>
              <a:spcAft>
                <a:spcPts val="450"/>
              </a:spcAft>
              <a:buNone/>
            </a:pPr>
            <a:r>
              <a:rPr lang="en-US" sz="1600" dirty="0">
                <a:solidFill>
                  <a:srgbClr val="000C3E"/>
                </a:solidFill>
                <a:latin typeface="Calibri"/>
              </a:rPr>
              <a:t>The reviewed work points to three functions for trust.</a:t>
            </a:r>
          </a:p>
          <a:p>
            <a:pPr>
              <a:spcBef>
                <a:spcPts val="0"/>
              </a:spcBef>
              <a:spcAft>
                <a:spcPts val="450"/>
              </a:spcAft>
              <a:buNone/>
            </a:pPr>
            <a:r>
              <a:rPr lang="en-US" sz="1600" dirty="0">
                <a:solidFill>
                  <a:srgbClr val="000C3E"/>
                </a:solidFill>
                <a:latin typeface="Calibri"/>
              </a:rPr>
              <a:t>Verification. Confirm where the data came from.</a:t>
            </a:r>
          </a:p>
          <a:p>
            <a:pPr>
              <a:spcBef>
                <a:spcPts val="0"/>
              </a:spcBef>
              <a:spcAft>
                <a:spcPts val="450"/>
              </a:spcAft>
              <a:buNone/>
            </a:pPr>
            <a:r>
              <a:rPr lang="en-US" sz="1600" dirty="0">
                <a:solidFill>
                  <a:srgbClr val="000C3E"/>
                </a:solidFill>
                <a:latin typeface="Calibri"/>
              </a:rPr>
              <a:t>Traceability. Follow where the data has been.</a:t>
            </a:r>
          </a:p>
          <a:p>
            <a:pPr>
              <a:spcBef>
                <a:spcPts val="0"/>
              </a:spcBef>
              <a:spcAft>
                <a:spcPts val="450"/>
              </a:spcAft>
              <a:buNone/>
            </a:pPr>
            <a:r>
              <a:rPr lang="en-US" sz="1600" dirty="0">
                <a:solidFill>
                  <a:srgbClr val="000C3E"/>
                </a:solidFill>
                <a:latin typeface="Calibri"/>
              </a:rPr>
              <a:t>Transformation. Trace changed data back to its sources.</a:t>
            </a:r>
          </a:p>
          <a:p>
            <a:pPr>
              <a:spcBef>
                <a:spcPts val="0"/>
              </a:spcBef>
              <a:spcAft>
                <a:spcPts val="450"/>
              </a:spcAft>
              <a:buNone/>
            </a:pPr>
            <a:r>
              <a:rPr lang="en-US" sz="1600" dirty="0">
                <a:solidFill>
                  <a:srgbClr val="000C3E"/>
                </a:solidFill>
                <a:latin typeface="Calibri"/>
              </a:rPr>
              <a:t>And the based on voluntary participation.</a:t>
            </a:r>
            <a:endParaRPr lang="en-US" sz="1600" b="1" dirty="0">
              <a:solidFill>
                <a:srgbClr val="000C3E"/>
              </a:solidFill>
              <a:latin typeface="Calibri"/>
            </a:endParaRPr>
          </a:p>
        </p:txBody>
      </p:sp>
    </p:spTree>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03504"/>
            <a:ext cx="8595360" cy="646331"/>
          </a:xfrm>
          <a:prstGeom prst="rect">
            <a:avLst/>
          </a:prstGeom>
          <a:noFill/>
        </p:spPr>
        <p:txBody>
          <a:bodyPr/>
          <a:lstStyle/>
          <a:p>
            <a:r>
              <a:rPr sz="1800" b="1">
                <a:solidFill>
                  <a:srgbClr val="00529B"/>
                </a:solidFill>
                <a:latin typeface="Rockwell"/>
              </a:rPr>
              <a:t>Why a permissioned blockchain</a:t>
            </a:r>
            <a:endParaRPr lang="en-US" sz="1800" b="1">
              <a:solidFill>
                <a:srgbClr val="00529B"/>
              </a:solidFill>
              <a:latin typeface="Rockwell"/>
            </a:endParaRPr>
          </a:p>
        </p:txBody>
      </p:sp>
      <p:sp>
        <p:nvSpPr>
          <p:cNvPr id="3" name="TextBox 2"/>
          <p:cNvSpPr txBox="1"/>
          <p:nvPr/>
        </p:nvSpPr>
        <p:spPr>
          <a:xfrm>
            <a:off x="384048" y="1078992"/>
            <a:ext cx="8321040" cy="323165"/>
          </a:xfrm>
          <a:prstGeom prst="rect">
            <a:avLst/>
          </a:prstGeom>
          <a:noFill/>
        </p:spPr>
        <p:txBody>
          <a:bodyPr wrap="square" anchor="t">
            <a:spAutoFit/>
          </a:bodyPr>
          <a:lstStyle/>
          <a:p>
            <a:r>
              <a:rPr lang="en-US" sz="1500" b="0">
                <a:solidFill>
                  <a:srgbClr val="000C3E"/>
                </a:solidFill>
                <a:latin typeface="Calibri"/>
              </a:rPr>
              <a:t>Participation is voluntary, so trust cannot rely on any authority. It must come from the record.</a:t>
            </a:r>
          </a:p>
        </p:txBody>
      </p:sp>
      <p:sp>
        <p:nvSpPr>
          <p:cNvPr id="10" name="Rounded Rectangle 9"/>
          <p:cNvSpPr/>
          <p:nvPr/>
        </p:nvSpPr>
        <p:spPr>
          <a:xfrm>
            <a:off x="320040" y="3950208"/>
            <a:ext cx="8503920" cy="749808"/>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400" b="1" dirty="0">
                <a:solidFill>
                  <a:srgbClr val="FFFFFF"/>
                </a:solidFill>
                <a:latin typeface="Calibri"/>
              </a:rPr>
              <a:t>Known identity carries verification, traceability, and transformation together.</a:t>
            </a:r>
          </a:p>
        </p:txBody>
      </p:sp>
      <p:sp>
        <p:nvSpPr>
          <p:cNvPr id="11" name="TextBox 10"/>
          <p:cNvSpPr txBox="1"/>
          <p:nvPr/>
        </p:nvSpPr>
        <p:spPr>
          <a:xfrm>
            <a:off x="365760" y="1627632"/>
            <a:ext cx="8412480" cy="1515800"/>
          </a:xfrm>
          <a:prstGeom prst="rect">
            <a:avLst/>
          </a:prstGeom>
          <a:noFill/>
        </p:spPr>
        <p:txBody>
          <a:bodyPr wrap="square">
            <a:spAutoFit/>
          </a:bodyPr>
          <a:lstStyle/>
          <a:p>
            <a:pPr>
              <a:spcAft>
                <a:spcPts val="700"/>
              </a:spcAft>
            </a:pPr>
            <a:r>
              <a:rPr lang="en-US" sz="1500" b="1" dirty="0">
                <a:latin typeface="Calibri"/>
              </a:rPr>
              <a:t>Distributed ledger. Every organization keeps the same copy. (no single authority needed)</a:t>
            </a:r>
          </a:p>
          <a:p>
            <a:pPr>
              <a:spcAft>
                <a:spcPts val="700"/>
              </a:spcAft>
            </a:pPr>
            <a:r>
              <a:rPr lang="en-US" sz="1500" b="1" dirty="0">
                <a:latin typeface="Calibri"/>
              </a:rPr>
              <a:t>Immutable record. A committed record cannot be changed. (records stay reliable to verify and trace)</a:t>
            </a:r>
          </a:p>
          <a:p>
            <a:pPr>
              <a:spcAft>
                <a:spcPts val="700"/>
              </a:spcAft>
            </a:pPr>
            <a:r>
              <a:rPr lang="en-US" sz="1500" b="1" dirty="0">
                <a:latin typeface="Calibri"/>
              </a:rPr>
              <a:t>Identity (ID). Each record names the organization that acted. (who acted is known)</a:t>
            </a:r>
          </a:p>
          <a:p>
            <a:pPr>
              <a:spcAft>
                <a:spcPts val="700"/>
              </a:spcAft>
            </a:pPr>
            <a:r>
              <a:rPr lang="en-US" sz="1500" b="1" dirty="0">
                <a:latin typeface="Calibri"/>
              </a:rPr>
              <a:t>Permissioned. Joining is voluntary, but members are not anonymous. (known identity under voluntary participation)</a:t>
            </a:r>
            <a:endParaRPr lang="en-US" sz="1500" b="0" i="1" dirty="0">
              <a:latin typeface="Calibri"/>
            </a:endParaRPr>
          </a:p>
        </p:txBody>
      </p:sp>
      <p:sp>
        <p:nvSpPr>
          <p:cNvPr id="13" name="TextBox 12"/>
          <p:cNvSpPr txBox="1"/>
          <p:nvPr/>
        </p:nvSpPr>
        <p:spPr>
          <a:xfrm>
            <a:off x="365760" y="4809744"/>
            <a:ext cx="8412480" cy="219456"/>
          </a:xfrm>
          <a:prstGeom prst="rect">
            <a:avLst/>
          </a:prstGeom>
          <a:noFill/>
        </p:spPr>
        <p:txBody>
          <a:bodyPr wrap="none">
            <a:spAutoFit/>
          </a:bodyPr>
          <a:lstStyle/>
          <a:p>
            <a:r>
              <a:rPr sz="900">
                <a:solidFill>
                  <a:srgbClr val="808080"/>
                </a:solidFill>
              </a:rPr>
              <a:t>§ 3.3.2  ·  Androulaki et al. 2018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wrap="square" anchor="t">
            <a:spAutoFit/>
          </a:bodyPr>
          <a:lstStyle/>
          <a:p>
            <a:pPr algn="l">
              <a:spcAft>
                <a:spcPts val="600"/>
              </a:spcAft>
            </a:pPr>
            <a:r>
              <a:rPr sz="1800" b="1">
                <a:solidFill>
                  <a:srgbClr val="00529B"/>
                </a:solidFill>
                <a:latin typeface="Rockwell"/>
              </a:rPr>
              <a:t>Research Questions</a:t>
            </a:r>
          </a:p>
        </p:txBody>
      </p:sp>
      <p:sp>
        <p:nvSpPr>
          <p:cNvPr id="4" name="TextBox 3"/>
          <p:cNvSpPr txBox="1"/>
          <p:nvPr/>
        </p:nvSpPr>
        <p:spPr>
          <a:xfrm>
            <a:off x="320040" y="1444752"/>
            <a:ext cx="2834640" cy="228600"/>
          </a:xfrm>
          <a:prstGeom prst="rect">
            <a:avLst/>
          </a:prstGeom>
          <a:noFill/>
        </p:spPr>
        <p:txBody>
          <a:bodyPr wrap="square" anchor="t">
            <a:spAutoFit/>
          </a:bodyPr>
          <a:lstStyle/>
          <a:p>
            <a:pPr algn="ctr">
              <a:spcAft>
                <a:spcPts val="600"/>
              </a:spcAft>
            </a:pPr>
            <a:r>
              <a:rPr sz="1000" b="1">
                <a:solidFill>
                  <a:srgbClr val="555555"/>
                </a:solidFill>
              </a:rPr>
              <a:t>Challenge</a:t>
            </a:r>
          </a:p>
        </p:txBody>
      </p:sp>
      <p:sp>
        <p:nvSpPr>
          <p:cNvPr id="5" name="TextBox 4"/>
          <p:cNvSpPr txBox="1"/>
          <p:nvPr/>
        </p:nvSpPr>
        <p:spPr>
          <a:xfrm>
            <a:off x="3337560" y="1444752"/>
            <a:ext cx="2834640" cy="228600"/>
          </a:xfrm>
          <a:prstGeom prst="rect">
            <a:avLst/>
          </a:prstGeom>
          <a:noFill/>
        </p:spPr>
        <p:txBody>
          <a:bodyPr wrap="square" anchor="t">
            <a:spAutoFit/>
          </a:bodyPr>
          <a:lstStyle/>
          <a:p>
            <a:pPr algn="ctr">
              <a:spcAft>
                <a:spcPts val="600"/>
              </a:spcAft>
            </a:pPr>
            <a:r>
              <a:rPr sz="1000" b="1">
                <a:solidFill>
                  <a:srgbClr val="555555"/>
                </a:solidFill>
              </a:rPr>
              <a:t>Hypothesis</a:t>
            </a:r>
          </a:p>
        </p:txBody>
      </p:sp>
      <p:sp>
        <p:nvSpPr>
          <p:cNvPr id="6" name="TextBox 5"/>
          <p:cNvSpPr txBox="1"/>
          <p:nvPr/>
        </p:nvSpPr>
        <p:spPr>
          <a:xfrm>
            <a:off x="6355080" y="1444752"/>
            <a:ext cx="2468880" cy="246221"/>
          </a:xfrm>
          <a:prstGeom prst="rect">
            <a:avLst/>
          </a:prstGeom>
          <a:noFill/>
        </p:spPr>
        <p:txBody>
          <a:bodyPr wrap="square" anchor="t">
            <a:spAutoFit/>
          </a:bodyPr>
          <a:lstStyle/>
          <a:p>
            <a:pPr algn="ctr">
              <a:spcAft>
                <a:spcPts val="600"/>
              </a:spcAft>
            </a:pPr>
            <a:r>
              <a:rPr lang="en-US" sz="1000" b="1">
                <a:solidFill>
                  <a:srgbClr val="555555"/>
                </a:solidFill>
              </a:rPr>
              <a:t>Chapter</a:t>
            </a:r>
            <a:endParaRPr sz="1000" b="1">
              <a:solidFill>
                <a:srgbClr val="555555"/>
              </a:solidFill>
            </a:endParaRPr>
          </a:p>
        </p:txBody>
      </p:sp>
      <p:sp>
        <p:nvSpPr>
          <p:cNvPr id="7" name="Rounded Rectangle 6"/>
          <p:cNvSpPr/>
          <p:nvPr/>
        </p:nvSpPr>
        <p:spPr>
          <a:xfrm>
            <a:off x="320040" y="1691640"/>
            <a:ext cx="2834640" cy="868680"/>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b="0">
                <a:solidFill>
                  <a:srgbClr val="000C3E"/>
                </a:solidFill>
              </a:rPr>
              <a:t>There is no evidence to locate where a file came from, because sharing records are not logged.</a:t>
            </a:r>
            <a:endParaRPr sz="900" b="0">
              <a:solidFill>
                <a:srgbClr val="000C3E"/>
              </a:solidFill>
            </a:endParaRPr>
          </a:p>
        </p:txBody>
      </p:sp>
      <p:sp>
        <p:nvSpPr>
          <p:cNvPr id="8" name="Rounded Rectangle 7"/>
          <p:cNvSpPr/>
          <p:nvPr/>
        </p:nvSpPr>
        <p:spPr>
          <a:xfrm>
            <a:off x="3337560" y="1691640"/>
            <a:ext cx="2834640" cy="86868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b="0">
                <a:solidFill>
                  <a:srgbClr val="000C3E"/>
                </a:solidFill>
              </a:rPr>
              <a:t>A tailored architecture and ID schema on blockchain can realize the basic transparency functions.</a:t>
            </a:r>
            <a:endParaRPr sz="900" b="0">
              <a:solidFill>
                <a:srgbClr val="000C3E"/>
              </a:solidFill>
            </a:endParaRPr>
          </a:p>
        </p:txBody>
      </p:sp>
      <p:sp>
        <p:nvSpPr>
          <p:cNvPr id="9" name="Rounded Rectangle 8"/>
          <p:cNvSpPr/>
          <p:nvPr/>
        </p:nvSpPr>
        <p:spPr>
          <a:xfrm>
            <a:off x="6355080" y="1691640"/>
            <a:ext cx="2468880" cy="868680"/>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Chapter 3</a:t>
            </a:r>
          </a:p>
          <a:p>
            <a:pPr algn="ctr"/>
            <a:r>
              <a:rPr lang="en-US" sz="900" b="0">
                <a:solidFill>
                  <a:srgbClr val="FFFFFF"/>
                </a:solidFill>
              </a:rPr>
              <a:t>Verification and traceability</a:t>
            </a:r>
            <a:endParaRPr sz="900" b="0">
              <a:solidFill>
                <a:srgbClr val="FFFFFF"/>
              </a:solidFill>
            </a:endParaRPr>
          </a:p>
        </p:txBody>
      </p:sp>
      <p:cxnSp>
        <p:nvCxnSpPr>
          <p:cNvPr id="10" name="Connector 9"/>
          <p:cNvCxnSpPr/>
          <p:nvPr/>
        </p:nvCxnSpPr>
        <p:spPr>
          <a:xfrm>
            <a:off x="3163824" y="2125980"/>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181344" y="2125980"/>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0040" y="2798064"/>
            <a:ext cx="2834640" cy="868680"/>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b="0">
                <a:solidFill>
                  <a:srgbClr val="000C3E"/>
                </a:solidFill>
              </a:rPr>
              <a:t>Once a file is transformed into a different format, there is no evidence of its original status.</a:t>
            </a:r>
            <a:endParaRPr sz="900" b="0">
              <a:solidFill>
                <a:srgbClr val="000C3E"/>
              </a:solidFill>
            </a:endParaRPr>
          </a:p>
        </p:txBody>
      </p:sp>
      <p:sp>
        <p:nvSpPr>
          <p:cNvPr id="13" name="Rounded Rectangle 12"/>
          <p:cNvSpPr/>
          <p:nvPr/>
        </p:nvSpPr>
        <p:spPr>
          <a:xfrm>
            <a:off x="3337560" y="2798064"/>
            <a:ext cx="2834640" cy="86868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a:solidFill>
                  <a:srgbClr val="000C3E"/>
                </a:solidFill>
              </a:rPr>
              <a:t>Modifying the ID schema can record and trace the transformation.</a:t>
            </a:r>
            <a:endParaRPr sz="900" b="0">
              <a:solidFill>
                <a:srgbClr val="000C3E"/>
              </a:solidFill>
            </a:endParaRPr>
          </a:p>
        </p:txBody>
      </p:sp>
      <p:sp>
        <p:nvSpPr>
          <p:cNvPr id="14" name="Rounded Rectangle 13"/>
          <p:cNvSpPr/>
          <p:nvPr/>
        </p:nvSpPr>
        <p:spPr>
          <a:xfrm>
            <a:off x="6355080" y="2798064"/>
            <a:ext cx="2468880" cy="868680"/>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Chapter 4</a:t>
            </a:r>
          </a:p>
          <a:p>
            <a:pPr algn="ctr"/>
            <a:r>
              <a:rPr sz="900" b="0">
                <a:solidFill>
                  <a:srgbClr val="FFFFFF"/>
                </a:solidFill>
              </a:rPr>
              <a:t>Transformation</a:t>
            </a:r>
          </a:p>
        </p:txBody>
      </p:sp>
      <p:cxnSp>
        <p:nvCxnSpPr>
          <p:cNvPr id="15" name="Connector 14"/>
          <p:cNvCxnSpPr/>
          <p:nvPr/>
        </p:nvCxnSpPr>
        <p:spPr>
          <a:xfrm>
            <a:off x="3163824" y="3232404"/>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181344" y="3232404"/>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20040" y="3904487"/>
            <a:ext cx="2834640" cy="868680"/>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b="0">
                <a:solidFill>
                  <a:srgbClr val="000C3E"/>
                </a:solidFill>
              </a:rPr>
              <a:t>A platform is needed to solve a real trust issue.</a:t>
            </a:r>
            <a:endParaRPr sz="900" b="0">
              <a:solidFill>
                <a:srgbClr val="000C3E"/>
              </a:solidFill>
            </a:endParaRPr>
          </a:p>
        </p:txBody>
      </p:sp>
      <p:sp>
        <p:nvSpPr>
          <p:cNvPr id="18" name="Rounded Rectangle 17"/>
          <p:cNvSpPr/>
          <p:nvPr/>
        </p:nvSpPr>
        <p:spPr>
          <a:xfrm>
            <a:off x="3337560" y="3904487"/>
            <a:ext cx="2834640" cy="86868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900" b="0">
                <a:solidFill>
                  <a:srgbClr val="000C3E"/>
                </a:solidFill>
              </a:rPr>
              <a:t>The architecture and ID schema can build a platform for transparent data sharing in a real case.</a:t>
            </a:r>
            <a:endParaRPr sz="900" b="0">
              <a:solidFill>
                <a:srgbClr val="000C3E"/>
              </a:solidFill>
            </a:endParaRPr>
          </a:p>
        </p:txBody>
      </p:sp>
      <p:sp>
        <p:nvSpPr>
          <p:cNvPr id="19" name="Rounded Rectangle 18"/>
          <p:cNvSpPr/>
          <p:nvPr/>
        </p:nvSpPr>
        <p:spPr>
          <a:xfrm>
            <a:off x="6355080" y="3904487"/>
            <a:ext cx="2468880" cy="868680"/>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Chapter 5</a:t>
            </a:r>
          </a:p>
          <a:p>
            <a:pPr algn="ctr"/>
            <a:r>
              <a:rPr sz="900" b="0">
                <a:solidFill>
                  <a:srgbClr val="FFFFFF"/>
                </a:solidFill>
              </a:rPr>
              <a:t>DEMETER</a:t>
            </a:r>
          </a:p>
        </p:txBody>
      </p:sp>
      <p:cxnSp>
        <p:nvCxnSpPr>
          <p:cNvPr id="20" name="Connector 19"/>
          <p:cNvCxnSpPr/>
          <p:nvPr/>
        </p:nvCxnSpPr>
        <p:spPr>
          <a:xfrm>
            <a:off x="3163824" y="4338827"/>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81344" y="4338827"/>
            <a:ext cx="146304" cy="0"/>
          </a:xfrm>
          <a:prstGeom prst="line">
            <a:avLst/>
          </a:prstGeom>
          <a:ln w="19050">
            <a:solidFill>
              <a:srgbClr val="88878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wrap="square" anchor="t">
            <a:spAutoFit/>
          </a:bodyPr>
          <a:lstStyle/>
          <a:p>
            <a:pPr algn="l">
              <a:spcAft>
                <a:spcPts val="600"/>
              </a:spcAft>
            </a:pPr>
            <a:r>
              <a:rPr lang="en-US" sz="1800" b="1">
                <a:solidFill>
                  <a:srgbClr val="00529B"/>
                </a:solidFill>
                <a:latin typeface="Rockwell"/>
              </a:rPr>
              <a:t>Fundamental basis and restrictions</a:t>
            </a:r>
            <a:endParaRPr sz="1800" b="1">
              <a:solidFill>
                <a:srgbClr val="00529B"/>
              </a:solidFill>
              <a:latin typeface="Rockwell"/>
            </a:endParaRPr>
          </a:p>
        </p:txBody>
      </p:sp>
      <p:sp>
        <p:nvSpPr>
          <p:cNvPr id="3" name="Rounded Rectangle 2"/>
          <p:cNvSpPr/>
          <p:nvPr/>
        </p:nvSpPr>
        <p:spPr>
          <a:xfrm>
            <a:off x="457200" y="1874519"/>
            <a:ext cx="3931920" cy="246888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lstStyle/>
          <a:p>
            <a:pPr algn="ctr"/>
            <a:r>
              <a:rPr lang="en-US" sz="1500" b="1" dirty="0">
                <a:solidFill>
                  <a:srgbClr val="000C3E"/>
                </a:solidFill>
                <a:latin typeface="Calibri"/>
              </a:rPr>
              <a:t>Institutional basis</a:t>
            </a:r>
          </a:p>
          <a:p>
            <a:pPr algn="l">
              <a:spcBef>
                <a:spcPts val="700"/>
              </a:spcBef>
            </a:pPr>
            <a:r>
              <a:rPr lang="en-US" sz="1200" b="1" dirty="0">
                <a:solidFill>
                  <a:srgbClr val="00529B"/>
                </a:solidFill>
                <a:latin typeface="Calibri"/>
              </a:rPr>
              <a:t>Participation is voluntary.</a:t>
            </a:r>
          </a:p>
          <a:p>
            <a:pPr marL="171450" indent="-171450">
              <a:spcBef>
                <a:spcPts val="500"/>
              </a:spcBef>
              <a:buFont typeface="Arial"/>
              <a:buChar char="•"/>
            </a:pPr>
            <a:r>
              <a:rPr lang="en-US" sz="1100" dirty="0">
                <a:solidFill>
                  <a:srgbClr val="000C3E"/>
                </a:solidFill>
                <a:latin typeface="Calibri"/>
              </a:rPr>
              <a:t>Any user can join the platform.</a:t>
            </a:r>
          </a:p>
          <a:p>
            <a:pPr marL="171450" indent="-171450">
              <a:spcBef>
                <a:spcPts val="500"/>
              </a:spcBef>
              <a:buFont typeface="Arial"/>
              <a:buChar char="•"/>
            </a:pPr>
            <a:r>
              <a:rPr lang="en-US" sz="1100" dirty="0">
                <a:solidFill>
                  <a:srgbClr val="000C3E"/>
                </a:solidFill>
                <a:latin typeface="Calibri"/>
              </a:rPr>
              <a:t>Trust comes from the record, not from a single authority.</a:t>
            </a:r>
          </a:p>
          <a:p>
            <a:pPr marL="171450" indent="-171450">
              <a:spcBef>
                <a:spcPts val="500"/>
              </a:spcBef>
              <a:buFont typeface="Arial"/>
              <a:buChar char="•"/>
            </a:pPr>
            <a:r>
              <a:rPr lang="en-US" sz="1100" dirty="0">
                <a:solidFill>
                  <a:srgbClr val="000C3E"/>
                </a:solidFill>
                <a:latin typeface="Calibri"/>
              </a:rPr>
              <a:t>The platform covers the simplest case: data moves from one organization to the next.</a:t>
            </a:r>
            <a:endParaRPr lang="en-US" sz="1100" b="0" dirty="0">
              <a:solidFill>
                <a:srgbClr val="000C3E"/>
              </a:solidFill>
              <a:latin typeface="Calibri"/>
            </a:endParaRPr>
          </a:p>
        </p:txBody>
      </p:sp>
      <p:sp>
        <p:nvSpPr>
          <p:cNvPr id="4" name="Rounded Rectangle 3"/>
          <p:cNvSpPr/>
          <p:nvPr/>
        </p:nvSpPr>
        <p:spPr>
          <a:xfrm>
            <a:off x="4754882" y="1874519"/>
            <a:ext cx="3931920" cy="246888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37160" rIns="228600" bIns="137160" rtlCol="0" anchor="ctr"/>
          <a:lstStyle/>
          <a:p>
            <a:pPr algn="ctr"/>
            <a:r>
              <a:rPr lang="en-US" sz="1500" b="1" dirty="0">
                <a:solidFill>
                  <a:srgbClr val="000C3E"/>
                </a:solidFill>
                <a:latin typeface="Calibri"/>
              </a:rPr>
              <a:t>Technical basis</a:t>
            </a:r>
          </a:p>
          <a:p>
            <a:pPr algn="l">
              <a:spcBef>
                <a:spcPts val="700"/>
              </a:spcBef>
            </a:pPr>
            <a:r>
              <a:rPr lang="en-US" sz="1200" b="1" dirty="0">
                <a:solidFill>
                  <a:srgbClr val="00529B"/>
                </a:solidFill>
                <a:latin typeface="Calibri"/>
              </a:rPr>
              <a:t>The unit of sharing is the file.</a:t>
            </a:r>
          </a:p>
          <a:p>
            <a:pPr marL="171450" indent="-171450">
              <a:spcBef>
                <a:spcPts val="500"/>
              </a:spcBef>
              <a:buFont typeface="Arial"/>
              <a:buChar char="•"/>
            </a:pPr>
            <a:r>
              <a:rPr lang="en-US" sz="1100" dirty="0">
                <a:solidFill>
                  <a:srgbClr val="000C3E"/>
                </a:solidFill>
                <a:latin typeface="Calibri"/>
              </a:rPr>
              <a:t>The platform shares one file.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wrap="square" anchor="t">
            <a:spAutoFit/>
          </a:bodyPr>
          <a:lstStyle/>
          <a:p>
            <a:pPr algn="l">
              <a:spcAft>
                <a:spcPts val="600"/>
              </a:spcAft>
            </a:pPr>
            <a:r>
              <a:rPr sz="1800" b="1">
                <a:solidFill>
                  <a:srgbClr val="00529B"/>
                </a:solidFill>
                <a:latin typeface="Rockwell"/>
              </a:rPr>
              <a:t>Contributions</a:t>
            </a:r>
          </a:p>
        </p:txBody>
      </p:sp>
      <p:sp>
        <p:nvSpPr>
          <p:cNvPr id="4" name="Rounded Rectangle 3"/>
          <p:cNvSpPr/>
          <p:nvPr/>
        </p:nvSpPr>
        <p:spPr>
          <a:xfrm>
            <a:off x="457200" y="1740000"/>
            <a:ext cx="8229600" cy="690000"/>
          </a:xfrm>
          <a:prstGeom prst="roundRect">
            <a:avLst/>
          </a:prstGeom>
          <a:solidFill>
            <a:srgbClr val="000C3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a:solidFill>
                  <a:srgbClr val="FFFFFF"/>
                </a:solidFill>
              </a:rPr>
              <a:t>1  ·  Conceptual reframe</a:t>
            </a:r>
          </a:p>
          <a:p>
            <a:pPr algn="ctr"/>
            <a:r>
              <a:rPr lang="en-US" sz="1000" b="0" dirty="0">
                <a:solidFill>
                  <a:srgbClr val="FFFFFF"/>
                </a:solidFill>
              </a:rPr>
              <a:t>Trust is enhanced by a </a:t>
            </a:r>
            <a:r>
              <a:rPr lang="en-US" sz="1000" b="0">
                <a:solidFill>
                  <a:srgbClr val="FFFFFF"/>
                </a:solidFill>
              </a:rPr>
              <a:t>transparent data sharing mechanism</a:t>
            </a:r>
            <a:r>
              <a:rPr lang="en-US" sz="1000" b="0" dirty="0">
                <a:solidFill>
                  <a:srgbClr val="FFFFFF"/>
                </a:solidFill>
              </a:rPr>
              <a:t>, supported by </a:t>
            </a:r>
            <a:r>
              <a:rPr lang="en-US" sz="1000" b="0">
                <a:solidFill>
                  <a:srgbClr val="FFFFFF"/>
                </a:solidFill>
              </a:rPr>
              <a:t>verification</a:t>
            </a:r>
            <a:r>
              <a:rPr lang="en-US" sz="1000" b="0" dirty="0">
                <a:solidFill>
                  <a:srgbClr val="FFFFFF"/>
                </a:solidFill>
              </a:rPr>
              <a:t>,</a:t>
            </a:r>
            <a:r>
              <a:rPr lang="en-US" sz="1000" b="0">
                <a:solidFill>
                  <a:srgbClr val="FFFFFF"/>
                </a:solidFill>
              </a:rPr>
              <a:t> traceability</a:t>
            </a:r>
            <a:r>
              <a:rPr lang="en-US" sz="1000" b="0" dirty="0">
                <a:solidFill>
                  <a:srgbClr val="FFFFFF"/>
                </a:solidFill>
              </a:rPr>
              <a:t>,</a:t>
            </a:r>
            <a:r>
              <a:rPr lang="en-US" sz="1000" b="0">
                <a:solidFill>
                  <a:srgbClr val="FFFFFF"/>
                </a:solidFill>
              </a:rPr>
              <a:t> and transformation</a:t>
            </a:r>
            <a:r>
              <a:rPr lang="en-US" sz="1000" b="0" dirty="0">
                <a:solidFill>
                  <a:srgbClr val="FFFFFF"/>
                </a:solidFill>
              </a:rPr>
              <a:t>.</a:t>
            </a:r>
            <a:endParaRPr sz="1000" b="0">
              <a:solidFill>
                <a:srgbClr val="FFFFFF"/>
              </a:solidFill>
            </a:endParaRPr>
          </a:p>
        </p:txBody>
      </p:sp>
      <p:sp>
        <p:nvSpPr>
          <p:cNvPr id="5" name="Rounded Rectangle 4"/>
          <p:cNvSpPr/>
          <p:nvPr/>
        </p:nvSpPr>
        <p:spPr>
          <a:xfrm>
            <a:off x="457200" y="2560000"/>
            <a:ext cx="2639520" cy="117000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C3E"/>
                </a:solidFill>
              </a:rPr>
              <a:t>2  ·  Chapter 3</a:t>
            </a:r>
          </a:p>
          <a:p>
            <a:pPr algn="ctr"/>
            <a:r>
              <a:rPr lang="en-US" sz="1000">
                <a:solidFill>
                  <a:srgbClr val="000C3E"/>
                </a:solidFill>
              </a:rPr>
              <a:t>A data user confirms an unchanged file’s origin and recovers its </a:t>
            </a:r>
            <a:r>
              <a:rPr lang="en-US" sz="1000" dirty="0">
                <a:solidFill>
                  <a:srgbClr val="000C3E"/>
                </a:solidFill>
              </a:rPr>
              <a:t>transfer path</a:t>
            </a:r>
            <a:r>
              <a:rPr lang="en-US" sz="1000">
                <a:solidFill>
                  <a:srgbClr val="000C3E"/>
                </a:solidFill>
              </a:rPr>
              <a:t>.</a:t>
            </a:r>
            <a:endParaRPr sz="1000" b="0">
              <a:solidFill>
                <a:srgbClr val="000C3E"/>
              </a:solidFill>
            </a:endParaRPr>
          </a:p>
        </p:txBody>
      </p:sp>
      <p:sp>
        <p:nvSpPr>
          <p:cNvPr id="6" name="Rounded Rectangle 5"/>
          <p:cNvSpPr/>
          <p:nvPr/>
        </p:nvSpPr>
        <p:spPr>
          <a:xfrm>
            <a:off x="3252240" y="2560000"/>
            <a:ext cx="2639520" cy="117000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a:solidFill>
                  <a:srgbClr val="000C3E"/>
                </a:solidFill>
              </a:rPr>
              <a:t>3  ·  Chapter 4</a:t>
            </a:r>
          </a:p>
          <a:p>
            <a:pPr algn="ctr"/>
            <a:r>
              <a:rPr lang="en-US" sz="1000">
                <a:solidFill>
                  <a:srgbClr val="000C3E"/>
                </a:solidFill>
              </a:rPr>
              <a:t>A data user traces a changed file back to its declared sources.</a:t>
            </a:r>
          </a:p>
        </p:txBody>
      </p:sp>
      <p:sp>
        <p:nvSpPr>
          <p:cNvPr id="7" name="Rounded Rectangle 6"/>
          <p:cNvSpPr/>
          <p:nvPr/>
        </p:nvSpPr>
        <p:spPr>
          <a:xfrm>
            <a:off x="6047280" y="2560000"/>
            <a:ext cx="2639520" cy="117000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dirty="0">
                <a:solidFill>
                  <a:srgbClr val="000C3E"/>
                </a:solidFill>
              </a:rPr>
              <a:t>4  ·  Chapter 5 · DEMETER</a:t>
            </a:r>
          </a:p>
          <a:p>
            <a:pPr algn="ctr"/>
            <a:r>
              <a:rPr sz="1000" b="0" dirty="0">
                <a:solidFill>
                  <a:srgbClr val="000C3E"/>
                </a:solidFill>
              </a:rPr>
              <a:t>The </a:t>
            </a:r>
            <a:r>
              <a:rPr lang="en-US" sz="1000" b="0" dirty="0">
                <a:solidFill>
                  <a:srgbClr val="000C3E"/>
                </a:solidFill>
              </a:rPr>
              <a:t>three </a:t>
            </a:r>
            <a:r>
              <a:rPr lang="en-US" sz="1000" b="0" dirty="0" err="1">
                <a:solidFill>
                  <a:srgbClr val="000C3E"/>
                </a:solidFill>
              </a:rPr>
              <a:t>funcitons</a:t>
            </a:r>
            <a:r>
              <a:rPr sz="1000" b="0" dirty="0">
                <a:solidFill>
                  <a:srgbClr val="000C3E"/>
                </a:solidFill>
              </a:rPr>
              <a:t> are integrated on one shared </a:t>
            </a:r>
            <a:r>
              <a:rPr lang="en-US" sz="1000" b="0" dirty="0">
                <a:solidFill>
                  <a:srgbClr val="000C3E"/>
                </a:solidFill>
              </a:rPr>
              <a:t>record and</a:t>
            </a:r>
            <a:r>
              <a:rPr sz="1000" b="0" dirty="0">
                <a:solidFill>
                  <a:srgbClr val="000C3E"/>
                </a:solidFill>
              </a:rPr>
              <a:t> demonstrated on real data.</a:t>
            </a:r>
          </a:p>
        </p:txBody>
      </p:sp>
      <p:sp>
        <p:nvSpPr>
          <p:cNvPr id="8" name="TextBox 7"/>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1.3 · § 6.2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993612"/>
            <a:ext cx="8229600" cy="584775"/>
          </a:xfrm>
          <a:prstGeom prst="rect">
            <a:avLst/>
          </a:prstGeom>
          <a:noFill/>
        </p:spPr>
        <p:txBody>
          <a:bodyPr wrap="square" anchor="ctr">
            <a:spAutoFit/>
          </a:bodyPr>
          <a:lstStyle/>
          <a:p>
            <a:pPr algn="ctr">
              <a:spcAft>
                <a:spcPts val="600"/>
              </a:spcAft>
            </a:pPr>
            <a:r>
              <a:rPr lang="en-US" sz="3200" b="1">
                <a:solidFill>
                  <a:srgbClr val="00529B"/>
                </a:solidFill>
                <a:latin typeface="Rockwell"/>
              </a:rPr>
              <a:t>Chapter 3</a:t>
            </a:r>
            <a:endParaRPr sz="3200" b="1">
              <a:solidFill>
                <a:srgbClr val="00529B"/>
              </a:solidFill>
              <a:latin typeface="Rockwell"/>
            </a:endParaRPr>
          </a:p>
        </p:txBody>
      </p:sp>
      <p:sp>
        <p:nvSpPr>
          <p:cNvPr id="3" name="TextBox 2"/>
          <p:cNvSpPr txBox="1"/>
          <p:nvPr/>
        </p:nvSpPr>
        <p:spPr>
          <a:xfrm>
            <a:off x="914400" y="2880360"/>
            <a:ext cx="7315200" cy="323165"/>
          </a:xfrm>
          <a:prstGeom prst="rect">
            <a:avLst/>
          </a:prstGeom>
          <a:noFill/>
        </p:spPr>
        <p:txBody>
          <a:bodyPr wrap="square" anchor="t">
            <a:spAutoFit/>
          </a:bodyPr>
          <a:lstStyle/>
          <a:p>
            <a:pPr algn="ctr">
              <a:spcAft>
                <a:spcPts val="600"/>
              </a:spcAft>
            </a:pPr>
            <a:r>
              <a:rPr lang="en-US" sz="1500" b="1">
                <a:solidFill>
                  <a:srgbClr val="000C3E"/>
                </a:solidFill>
              </a:rPr>
              <a:t>Realizing Verification and Traceability Functions</a:t>
            </a:r>
            <a:endParaRPr sz="1500" b="1">
              <a:solidFill>
                <a:srgbClr val="000C3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646331"/>
          </a:xfrm>
          <a:prstGeom prst="rect">
            <a:avLst/>
          </a:prstGeom>
          <a:noFill/>
        </p:spPr>
        <p:txBody>
          <a:bodyPr wrap="square" anchor="t">
            <a:spAutoFit/>
          </a:bodyPr>
          <a:lstStyle/>
          <a:p>
            <a:pPr algn="l">
              <a:spcAft>
                <a:spcPts val="600"/>
              </a:spcAft>
            </a:pPr>
            <a:r>
              <a:rPr sz="1800" b="1">
                <a:solidFill>
                  <a:srgbClr val="00529B"/>
                </a:solidFill>
                <a:latin typeface="Rockwell"/>
              </a:rPr>
              <a:t>Architecture</a:t>
            </a:r>
          </a:p>
        </p:txBody>
      </p:sp>
      <p:sp>
        <p:nvSpPr>
          <p:cNvPr id="3" name="TextBox 2"/>
          <p:cNvSpPr txBox="1"/>
          <p:nvPr/>
        </p:nvSpPr>
        <p:spPr>
          <a:xfrm>
            <a:off x="384048" y="1078992"/>
            <a:ext cx="8321040" cy="323165"/>
          </a:xfrm>
          <a:prstGeom prst="rect">
            <a:avLst/>
          </a:prstGeom>
          <a:noFill/>
        </p:spPr>
        <p:txBody>
          <a:bodyPr wrap="square" anchor="t">
            <a:spAutoFit/>
          </a:bodyPr>
          <a:lstStyle/>
          <a:p>
            <a:r>
              <a:rPr lang="en-US" sz="1500" b="0">
                <a:solidFill>
                  <a:srgbClr val="53524C"/>
                </a:solidFill>
                <a:latin typeface="Calibri"/>
              </a:rPr>
              <a:t>Two kinds of ID realize the two functions.</a:t>
            </a:r>
          </a:p>
        </p:txBody>
      </p:sp>
      <p:sp>
        <p:nvSpPr>
          <p:cNvPr id="4" name="TextBox 3"/>
          <p:cNvSpPr txBox="1"/>
          <p:nvPr/>
        </p:nvSpPr>
        <p:spPr>
          <a:xfrm>
            <a:off x="640080" y="1965960"/>
            <a:ext cx="7955279" cy="1977464"/>
          </a:xfrm>
          <a:prstGeom prst="rect">
            <a:avLst/>
          </a:prstGeom>
          <a:noFill/>
        </p:spPr>
        <p:txBody>
          <a:bodyPr wrap="square">
            <a:spAutoFit/>
          </a:bodyPr>
          <a:lstStyle/>
          <a:p>
            <a:pPr>
              <a:spcBef>
                <a:spcPts val="500"/>
              </a:spcBef>
              <a:spcAft>
                <a:spcPts val="200"/>
              </a:spcAft>
              <a:buNone/>
            </a:pPr>
            <a:r>
              <a:rPr lang="en-US" sz="1500" b="1" dirty="0">
                <a:solidFill>
                  <a:srgbClr val="00529B"/>
                </a:solidFill>
                <a:latin typeface="Calibri"/>
              </a:rPr>
              <a:t>ID schema</a:t>
            </a:r>
          </a:p>
          <a:p>
            <a:pPr marL="171450" indent="-171450">
              <a:spcAft>
                <a:spcPts val="300"/>
              </a:spcAft>
              <a:buFont typeface="Arial"/>
              <a:buChar char="•"/>
            </a:pPr>
            <a:r>
              <a:rPr lang="en-US" sz="1500" b="1" dirty="0">
                <a:solidFill>
                  <a:srgbClr val="000C3E"/>
                </a:solidFill>
                <a:latin typeface="Calibri"/>
              </a:rPr>
              <a:t>File ID.</a:t>
            </a:r>
            <a:r>
              <a:rPr lang="en-US" sz="1500" b="0" dirty="0">
                <a:solidFill>
                  <a:srgbClr val="53524C"/>
                </a:solidFill>
                <a:latin typeface="Calibri"/>
              </a:rPr>
              <a:t>  Identifies each file, for verification.</a:t>
            </a:r>
          </a:p>
          <a:p>
            <a:pPr marL="171450" indent="-171450">
              <a:spcAft>
                <a:spcPts val="300"/>
              </a:spcAft>
              <a:buFont typeface="Arial"/>
              <a:buChar char="•"/>
            </a:pPr>
            <a:r>
              <a:rPr lang="en-US" sz="1500" b="1" dirty="0">
                <a:solidFill>
                  <a:srgbClr val="000C3E"/>
                </a:solidFill>
                <a:latin typeface="Calibri"/>
              </a:rPr>
              <a:t>Record.</a:t>
            </a:r>
            <a:r>
              <a:rPr lang="en-US" sz="1500" b="0" dirty="0">
                <a:solidFill>
                  <a:srgbClr val="53524C"/>
                </a:solidFill>
                <a:latin typeface="Calibri"/>
              </a:rPr>
              <a:t>  Logs each transfer with the organization,</a:t>
            </a:r>
            <a:r>
              <a:rPr lang="ko-KR" altLang="en-US" sz="1500" dirty="0">
                <a:solidFill>
                  <a:srgbClr val="53524C"/>
                </a:solidFill>
                <a:latin typeface="Calibri"/>
              </a:rPr>
              <a:t> </a:t>
            </a:r>
            <a:r>
              <a:rPr lang="en-US" altLang="ko-KR" sz="1500" dirty="0">
                <a:solidFill>
                  <a:srgbClr val="53524C"/>
                </a:solidFill>
                <a:latin typeface="Calibri"/>
              </a:rPr>
              <a:t>with</a:t>
            </a:r>
            <a:r>
              <a:rPr lang="ko-KR" altLang="en-US" sz="1500" dirty="0">
                <a:solidFill>
                  <a:srgbClr val="53524C"/>
                </a:solidFill>
                <a:latin typeface="Calibri"/>
              </a:rPr>
              <a:t> </a:t>
            </a:r>
            <a:r>
              <a:rPr lang="en-US" altLang="ko-KR" sz="1500" dirty="0">
                <a:solidFill>
                  <a:srgbClr val="53524C"/>
                </a:solidFill>
                <a:latin typeface="Calibri"/>
              </a:rPr>
              <a:t>the</a:t>
            </a:r>
            <a:r>
              <a:rPr lang="en-US" sz="1500" b="0" dirty="0">
                <a:solidFill>
                  <a:srgbClr val="53524C"/>
                </a:solidFill>
                <a:latin typeface="Calibri"/>
              </a:rPr>
              <a:t> time, for traceability.</a:t>
            </a:r>
          </a:p>
          <a:p>
            <a:pPr>
              <a:spcBef>
                <a:spcPts val="500"/>
              </a:spcBef>
              <a:spcAft>
                <a:spcPts val="200"/>
              </a:spcAft>
              <a:buNone/>
            </a:pPr>
            <a:r>
              <a:rPr lang="en-US" sz="1500" b="1" dirty="0">
                <a:solidFill>
                  <a:srgbClr val="00529B"/>
                </a:solidFill>
                <a:latin typeface="Calibri"/>
              </a:rPr>
              <a:t>File ID</a:t>
            </a:r>
          </a:p>
          <a:p>
            <a:pPr marL="171450" indent="-171450">
              <a:spcAft>
                <a:spcPts val="300"/>
              </a:spcAft>
              <a:buFont typeface="Arial"/>
              <a:buChar char="•"/>
            </a:pPr>
            <a:r>
              <a:rPr lang="en-US" sz="1500" b="0" dirty="0">
                <a:solidFill>
                  <a:srgbClr val="53524C"/>
                </a:solidFill>
                <a:latin typeface="Calibri"/>
              </a:rPr>
              <a:t>A File ID is the SHA-256 hash of the file’s full content, written as 64 hex characters.</a:t>
            </a:r>
          </a:p>
          <a:p>
            <a:pPr marL="171450" indent="-171450">
              <a:spcAft>
                <a:spcPts val="300"/>
              </a:spcAft>
              <a:buFont typeface="Arial"/>
              <a:buChar char="•"/>
            </a:pPr>
            <a:r>
              <a:rPr lang="en-US" sz="1500" b="0" dirty="0">
                <a:solidFill>
                  <a:srgbClr val="53524C"/>
                </a:solidFill>
                <a:latin typeface="Calibri"/>
              </a:rPr>
              <a:t>Any user can read the File ID and compare it. One changed character gives a different ID.</a:t>
            </a:r>
          </a:p>
          <a:p>
            <a:pPr marL="171450" indent="-171450">
              <a:spcAft>
                <a:spcPts val="300"/>
              </a:spcAft>
              <a:buFont typeface="Arial"/>
              <a:buChar char="•"/>
            </a:pPr>
            <a:r>
              <a:rPr lang="en-US" sz="1500" b="0" dirty="0">
                <a:solidFill>
                  <a:srgbClr val="53524C"/>
                </a:solidFill>
                <a:latin typeface="Calibri"/>
              </a:rPr>
              <a:t>The file never leaves the organization that holds it. Only the File ID and the records are shared.</a:t>
            </a:r>
          </a:p>
        </p:txBody>
      </p:sp>
      <p:sp>
        <p:nvSpPr>
          <p:cNvPr id="5" name="TextBox 4"/>
          <p:cNvSpPr txBox="1"/>
          <p:nvPr/>
        </p:nvSpPr>
        <p:spPr>
          <a:xfrm>
            <a:off x="274320" y="4617720"/>
            <a:ext cx="8595360" cy="230832"/>
          </a:xfrm>
          <a:prstGeom prst="rect">
            <a:avLst/>
          </a:prstGeom>
          <a:noFill/>
        </p:spPr>
        <p:txBody>
          <a:bodyPr wrap="square" anchor="t">
            <a:spAutoFit/>
          </a:bodyPr>
          <a:lstStyle/>
          <a:p>
            <a:pPr algn="l">
              <a:spcAft>
                <a:spcPts val="200"/>
              </a:spcAft>
            </a:pPr>
            <a:r>
              <a:rPr sz="900" b="0">
                <a:solidFill>
                  <a:srgbClr val="555555"/>
                </a:solidFill>
              </a:rPr>
              <a:t>§ 3.3.4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wrap="square" anchor="t">
            <a:spAutoFit/>
          </a:bodyPr>
          <a:lstStyle/>
          <a:p>
            <a:pPr algn="l">
              <a:spcAft>
                <a:spcPts val="600"/>
              </a:spcAft>
            </a:pPr>
            <a:r>
              <a:rPr sz="1800" b="1">
                <a:solidFill>
                  <a:srgbClr val="00529B"/>
                </a:solidFill>
                <a:latin typeface="Rockwell"/>
              </a:rPr>
              <a:t>Architecture</a:t>
            </a:r>
          </a:p>
        </p:txBody>
      </p:sp>
      <p:sp>
        <p:nvSpPr>
          <p:cNvPr id="3" name="TextBox 2"/>
          <p:cNvSpPr txBox="1"/>
          <p:nvPr/>
        </p:nvSpPr>
        <p:spPr>
          <a:xfrm>
            <a:off x="384048" y="1078992"/>
            <a:ext cx="8321040" cy="323165"/>
          </a:xfrm>
          <a:prstGeom prst="rect">
            <a:avLst/>
          </a:prstGeom>
          <a:noFill/>
        </p:spPr>
        <p:txBody>
          <a:bodyPr wrap="square" anchor="t">
            <a:spAutoFit/>
          </a:bodyPr>
          <a:lstStyle/>
          <a:p>
            <a:pPr algn="l">
              <a:spcAft>
                <a:spcPts val="600"/>
              </a:spcAft>
            </a:pPr>
            <a:r>
              <a:rPr sz="1500" b="1">
                <a:solidFill>
                  <a:srgbClr val="000C3E"/>
                </a:solidFill>
              </a:rPr>
              <a:t>Three record types support </a:t>
            </a:r>
            <a:r>
              <a:rPr lang="en-US" sz="1500" b="1">
                <a:solidFill>
                  <a:srgbClr val="000C3E"/>
                </a:solidFill>
              </a:rPr>
              <a:t>the </a:t>
            </a:r>
            <a:r>
              <a:rPr sz="1500" b="1">
                <a:solidFill>
                  <a:srgbClr val="000C3E"/>
                </a:solidFill>
              </a:rPr>
              <a:t>three </a:t>
            </a:r>
            <a:r>
              <a:rPr lang="en-US" sz="1500" b="1">
                <a:solidFill>
                  <a:srgbClr val="000C3E"/>
                </a:solidFill>
              </a:rPr>
              <a:t>functions</a:t>
            </a:r>
            <a:r>
              <a:rPr sz="1500" b="1">
                <a:solidFill>
                  <a:srgbClr val="000C3E"/>
                </a:solidFill>
              </a:rPr>
              <a:t>, over one shared File ID</a:t>
            </a:r>
          </a:p>
        </p:txBody>
      </p:sp>
      <p:sp>
        <p:nvSpPr>
          <p:cNvPr id="13" name="Rounded Rectangle 12"/>
          <p:cNvSpPr/>
          <p:nvPr/>
        </p:nvSpPr>
        <p:spPr>
          <a:xfrm>
            <a:off x="475488" y="4354483"/>
            <a:ext cx="8229600" cy="640080"/>
          </a:xfrm>
          <a:prstGeom prst="roundRect">
            <a:avLst/>
          </a:prstGeom>
          <a:solidFill>
            <a:srgbClr val="000C3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Chapter 3 builds the first two </a:t>
            </a:r>
            <a:r>
              <a:rPr lang="en-US" sz="1100" b="1">
                <a:solidFill>
                  <a:srgbClr val="FFFFFF"/>
                </a:solidFill>
              </a:rPr>
              <a:t>functions</a:t>
            </a:r>
            <a:r>
              <a:rPr sz="1100" b="1">
                <a:solidFill>
                  <a:srgbClr val="FFFFFF"/>
                </a:solidFill>
              </a:rPr>
              <a:t>. Chapter 4 builds the third, all keyed to one File ID.</a:t>
            </a:r>
          </a:p>
        </p:txBody>
      </p:sp>
      <p:pic>
        <p:nvPicPr>
          <p:cNvPr id="14" name="Picture 13" descr="image4.png"/>
          <p:cNvPicPr>
            <a:picLocks noChangeAspect="1"/>
          </p:cNvPicPr>
          <p:nvPr/>
        </p:nvPicPr>
        <p:blipFill>
          <a:blip r:embed="rId3"/>
          <a:stretch>
            <a:fillRect/>
          </a:stretch>
        </p:blipFill>
        <p:spPr>
          <a:xfrm>
            <a:off x="1574153" y="1331005"/>
            <a:ext cx="5940830" cy="29704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646331"/>
          </a:xfrm>
          <a:prstGeom prst="rect">
            <a:avLst/>
          </a:prstGeom>
          <a:noFill/>
        </p:spPr>
        <p:txBody>
          <a:bodyPr wrap="square" anchor="t">
            <a:spAutoFit/>
          </a:bodyPr>
          <a:lstStyle/>
          <a:p>
            <a:pPr algn="l">
              <a:spcAft>
                <a:spcPts val="600"/>
              </a:spcAft>
            </a:pPr>
            <a:r>
              <a:rPr sz="1800" b="1">
                <a:solidFill>
                  <a:srgbClr val="00529B"/>
                </a:solidFill>
                <a:latin typeface="Rockwell"/>
              </a:rPr>
              <a:t>Architecture</a:t>
            </a:r>
          </a:p>
        </p:txBody>
      </p:sp>
      <p:sp>
        <p:nvSpPr>
          <p:cNvPr id="3" name="TextBox 2"/>
          <p:cNvSpPr txBox="1"/>
          <p:nvPr/>
        </p:nvSpPr>
        <p:spPr>
          <a:xfrm>
            <a:off x="384048" y="1078992"/>
            <a:ext cx="8321040" cy="1092607"/>
          </a:xfrm>
          <a:prstGeom prst="rect">
            <a:avLst/>
          </a:prstGeom>
          <a:noFill/>
        </p:spPr>
        <p:txBody>
          <a:bodyPr wrap="square" anchor="t">
            <a:spAutoFit/>
          </a:bodyPr>
          <a:lstStyle/>
          <a:p>
            <a:r>
              <a:rPr lang="en-US" sz="1500" b="1" dirty="0">
                <a:solidFill>
                  <a:srgbClr val="000C3E"/>
                </a:solidFill>
                <a:latin typeface="Calibri"/>
              </a:rPr>
              <a:t>Three layers separate what is shared from what is kept.</a:t>
            </a:r>
          </a:p>
          <a:p>
            <a:pPr marL="171450" indent="-171450">
              <a:spcAft>
                <a:spcPts val="300"/>
              </a:spcAft>
              <a:buFont typeface="Arial"/>
              <a:buChar char="•"/>
            </a:pPr>
            <a:r>
              <a:rPr lang="en-US" sz="1500" b="1" dirty="0">
                <a:solidFill>
                  <a:srgbClr val="000C3E"/>
                </a:solidFill>
                <a:latin typeface="Calibri"/>
              </a:rPr>
              <a:t>On-chain.</a:t>
            </a:r>
            <a:r>
              <a:rPr lang="en-US" sz="1500" b="0" dirty="0">
                <a:solidFill>
                  <a:srgbClr val="53524C"/>
                </a:solidFill>
                <a:latin typeface="Calibri"/>
              </a:rPr>
              <a:t>  The shared ledger holds the records; every organization keeps the same copy.</a:t>
            </a:r>
          </a:p>
          <a:p>
            <a:pPr marL="171450" indent="-171450">
              <a:spcAft>
                <a:spcPts val="300"/>
              </a:spcAft>
              <a:buFont typeface="Arial"/>
              <a:buChar char="•"/>
            </a:pPr>
            <a:r>
              <a:rPr lang="en-US" sz="1500" b="1" dirty="0">
                <a:solidFill>
                  <a:srgbClr val="000C3E"/>
                </a:solidFill>
                <a:latin typeface="Calibri"/>
              </a:rPr>
              <a:t>Connection layer.</a:t>
            </a:r>
            <a:r>
              <a:rPr lang="en-US" sz="1500" b="0" dirty="0">
                <a:solidFill>
                  <a:srgbClr val="53524C"/>
                </a:solidFill>
                <a:latin typeface="Calibri"/>
              </a:rPr>
              <a:t>  A contract checks each write and links the records to the off-chain files.</a:t>
            </a:r>
          </a:p>
          <a:p>
            <a:pPr marL="171450" indent="-171450">
              <a:spcAft>
                <a:spcPts val="300"/>
              </a:spcAft>
              <a:buFont typeface="Arial"/>
              <a:buChar char="•"/>
            </a:pPr>
            <a:r>
              <a:rPr lang="en-US" sz="1500" b="1" dirty="0">
                <a:solidFill>
                  <a:srgbClr val="000C3E"/>
                </a:solidFill>
                <a:latin typeface="Calibri"/>
              </a:rPr>
              <a:t>Off-chain.</a:t>
            </a:r>
            <a:r>
              <a:rPr lang="en-US" sz="1500" b="0" dirty="0">
                <a:solidFill>
                  <a:srgbClr val="53524C"/>
                </a:solidFill>
                <a:latin typeface="Calibri"/>
              </a:rPr>
              <a:t>  Each organization keeps its own files; only File IDs and records go on-chain.</a:t>
            </a:r>
          </a:p>
        </p:txBody>
      </p:sp>
      <p:pic>
        <p:nvPicPr>
          <p:cNvPr id="12" name="Picture 11" descr="image2.png"/>
          <p:cNvPicPr>
            <a:picLocks noChangeAspect="1"/>
          </p:cNvPicPr>
          <p:nvPr/>
        </p:nvPicPr>
        <p:blipFill>
          <a:blip r:embed="rId3"/>
          <a:stretch>
            <a:fillRect/>
          </a:stretch>
        </p:blipFill>
        <p:spPr>
          <a:xfrm>
            <a:off x="2389327" y="2280000"/>
            <a:ext cx="4365345" cy="2788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b="1">
                <a:solidFill>
                  <a:srgbClr val="000C3E"/>
                </a:solidFill>
              </a:rPr>
              <a:t>Architecture</a:t>
            </a:r>
          </a:p>
        </p:txBody>
      </p:sp>
      <p:sp>
        <p:nvSpPr>
          <p:cNvPr id="3" name="TextBox 2"/>
          <p:cNvSpPr txBox="1"/>
          <p:nvPr/>
        </p:nvSpPr>
        <p:spPr>
          <a:xfrm>
            <a:off x="384048" y="1078992"/>
            <a:ext cx="8321040" cy="1015663"/>
          </a:xfrm>
          <a:prstGeom prst="rect">
            <a:avLst/>
          </a:prstGeom>
          <a:noFill/>
        </p:spPr>
        <p:txBody>
          <a:bodyPr wrap="square" anchor="t">
            <a:spAutoFit/>
          </a:bodyPr>
          <a:lstStyle/>
          <a:p>
            <a:r>
              <a:rPr lang="en-US" sz="1500" dirty="0">
                <a:latin typeface="Calibri"/>
              </a:rPr>
              <a:t>Registration</a:t>
            </a:r>
            <a:r>
              <a:rPr lang="en-US" altLang="ko-KR" sz="1500" dirty="0">
                <a:latin typeface="Calibri"/>
              </a:rPr>
              <a:t>.</a:t>
            </a:r>
            <a:r>
              <a:rPr lang="en-US" sz="1500" dirty="0">
                <a:latin typeface="Calibri"/>
              </a:rPr>
              <a:t> Compute a file's File ID and write it with your identity.</a:t>
            </a:r>
          </a:p>
          <a:p>
            <a:r>
              <a:rPr lang="en-US" sz="1500" dirty="0">
                <a:latin typeface="Calibri"/>
              </a:rPr>
              <a:t>Transfer</a:t>
            </a:r>
            <a:r>
              <a:rPr lang="en-US" altLang="ko-KR" sz="1500" dirty="0">
                <a:latin typeface="Calibri"/>
              </a:rPr>
              <a:t>.</a:t>
            </a:r>
            <a:r>
              <a:rPr lang="en-US" sz="1500" dirty="0">
                <a:latin typeface="Calibri"/>
              </a:rPr>
              <a:t> Record passing the file on, linked to the previous record.</a:t>
            </a:r>
          </a:p>
          <a:p>
            <a:r>
              <a:rPr lang="en-US" sz="1500" dirty="0">
                <a:latin typeface="Calibri"/>
              </a:rPr>
              <a:t>Origin verification</a:t>
            </a:r>
            <a:r>
              <a:rPr lang="en-US" altLang="ko-KR" sz="1500" dirty="0">
                <a:latin typeface="Calibri"/>
              </a:rPr>
              <a:t>.</a:t>
            </a:r>
            <a:r>
              <a:rPr lang="en-US" sz="1500" dirty="0">
                <a:latin typeface="Calibri"/>
              </a:rPr>
              <a:t> Recompute the File ID and check it against the registration.</a:t>
            </a:r>
          </a:p>
          <a:p>
            <a:r>
              <a:rPr lang="en-US" sz="1500" dirty="0">
                <a:latin typeface="Calibri"/>
              </a:rPr>
              <a:t>Transfer tracing</a:t>
            </a:r>
            <a:r>
              <a:rPr lang="en-US" altLang="ko-KR" sz="1500" dirty="0">
                <a:latin typeface="Calibri"/>
              </a:rPr>
              <a:t>.</a:t>
            </a:r>
            <a:r>
              <a:rPr lang="en-US" sz="1500" dirty="0">
                <a:latin typeface="Calibri"/>
              </a:rPr>
              <a:t> Follow the linked records backward to the origin.</a:t>
            </a:r>
            <a:endParaRPr lang="en-US" sz="1500" b="0" dirty="0">
              <a:latin typeface="Calibri"/>
            </a:endParaRPr>
          </a:p>
        </p:txBody>
      </p:sp>
      <p:pic>
        <p:nvPicPr>
          <p:cNvPr id="12" name="Picture 11" descr="image5.png"/>
          <p:cNvPicPr>
            <a:picLocks noChangeAspect="1"/>
          </p:cNvPicPr>
          <p:nvPr/>
        </p:nvPicPr>
        <p:blipFill>
          <a:blip r:embed="rId3"/>
          <a:stretch>
            <a:fillRect/>
          </a:stretch>
        </p:blipFill>
        <p:spPr>
          <a:xfrm>
            <a:off x="475488" y="2571750"/>
            <a:ext cx="1920240" cy="1227124"/>
          </a:xfrm>
          <a:prstGeom prst="rect">
            <a:avLst/>
          </a:prstGeom>
        </p:spPr>
      </p:pic>
      <p:sp>
        <p:nvSpPr>
          <p:cNvPr id="13" name="TextBox 12"/>
          <p:cNvSpPr txBox="1"/>
          <p:nvPr/>
        </p:nvSpPr>
        <p:spPr>
          <a:xfrm>
            <a:off x="475488" y="3826306"/>
            <a:ext cx="1920240" cy="274320"/>
          </a:xfrm>
          <a:prstGeom prst="rect">
            <a:avLst/>
          </a:prstGeom>
          <a:noFill/>
        </p:spPr>
        <p:txBody>
          <a:bodyPr wrap="square" lIns="0" tIns="0" rIns="0" bIns="0">
            <a:spAutoFit/>
          </a:bodyPr>
          <a:lstStyle/>
          <a:p>
            <a:pPr algn="ctr"/>
            <a:r>
              <a:rPr sz="1050" b="1">
                <a:solidFill>
                  <a:srgbClr val="000C3E"/>
                </a:solidFill>
                <a:latin typeface="Calibri"/>
              </a:rPr>
              <a:t>Registration</a:t>
            </a:r>
          </a:p>
        </p:txBody>
      </p:sp>
      <p:pic>
        <p:nvPicPr>
          <p:cNvPr id="14" name="Picture 13" descr="image7.png"/>
          <p:cNvPicPr>
            <a:picLocks noChangeAspect="1"/>
          </p:cNvPicPr>
          <p:nvPr/>
        </p:nvPicPr>
        <p:blipFill>
          <a:blip r:embed="rId4"/>
          <a:stretch>
            <a:fillRect/>
          </a:stretch>
        </p:blipFill>
        <p:spPr>
          <a:xfrm>
            <a:off x="2578608" y="2571750"/>
            <a:ext cx="1920240" cy="1227124"/>
          </a:xfrm>
          <a:prstGeom prst="rect">
            <a:avLst/>
          </a:prstGeom>
        </p:spPr>
      </p:pic>
      <p:sp>
        <p:nvSpPr>
          <p:cNvPr id="15" name="TextBox 14"/>
          <p:cNvSpPr txBox="1"/>
          <p:nvPr/>
        </p:nvSpPr>
        <p:spPr>
          <a:xfrm>
            <a:off x="2578608" y="3826306"/>
            <a:ext cx="1920240" cy="274320"/>
          </a:xfrm>
          <a:prstGeom prst="rect">
            <a:avLst/>
          </a:prstGeom>
          <a:noFill/>
        </p:spPr>
        <p:txBody>
          <a:bodyPr wrap="square" lIns="0" tIns="0" rIns="0" bIns="0">
            <a:spAutoFit/>
          </a:bodyPr>
          <a:lstStyle/>
          <a:p>
            <a:pPr algn="ctr"/>
            <a:r>
              <a:rPr sz="1050" b="1">
                <a:solidFill>
                  <a:srgbClr val="000C3E"/>
                </a:solidFill>
                <a:latin typeface="Calibri"/>
              </a:rPr>
              <a:t>Transfer</a:t>
            </a:r>
          </a:p>
        </p:txBody>
      </p:sp>
      <p:pic>
        <p:nvPicPr>
          <p:cNvPr id="16" name="Picture 15" descr="image9.png"/>
          <p:cNvPicPr>
            <a:picLocks noChangeAspect="1"/>
          </p:cNvPicPr>
          <p:nvPr/>
        </p:nvPicPr>
        <p:blipFill>
          <a:blip r:embed="rId5"/>
          <a:stretch>
            <a:fillRect/>
          </a:stretch>
        </p:blipFill>
        <p:spPr>
          <a:xfrm>
            <a:off x="4681728" y="2571750"/>
            <a:ext cx="1920240" cy="1227124"/>
          </a:xfrm>
          <a:prstGeom prst="rect">
            <a:avLst/>
          </a:prstGeom>
        </p:spPr>
      </p:pic>
      <p:sp>
        <p:nvSpPr>
          <p:cNvPr id="17" name="TextBox 16"/>
          <p:cNvSpPr txBox="1"/>
          <p:nvPr/>
        </p:nvSpPr>
        <p:spPr>
          <a:xfrm>
            <a:off x="4681728" y="3826306"/>
            <a:ext cx="1920240" cy="274320"/>
          </a:xfrm>
          <a:prstGeom prst="rect">
            <a:avLst/>
          </a:prstGeom>
          <a:noFill/>
        </p:spPr>
        <p:txBody>
          <a:bodyPr wrap="square" lIns="0" tIns="0" rIns="0" bIns="0">
            <a:spAutoFit/>
          </a:bodyPr>
          <a:lstStyle/>
          <a:p>
            <a:pPr algn="ctr"/>
            <a:r>
              <a:rPr lang="en-US" sz="1050" b="1">
                <a:solidFill>
                  <a:srgbClr val="000C3E"/>
                </a:solidFill>
                <a:latin typeface="Calibri"/>
              </a:rPr>
              <a:t>Origin verification</a:t>
            </a:r>
            <a:endParaRPr sz="1050" b="1">
              <a:solidFill>
                <a:srgbClr val="000C3E"/>
              </a:solidFill>
              <a:latin typeface="Calibri"/>
            </a:endParaRPr>
          </a:p>
        </p:txBody>
      </p:sp>
      <p:pic>
        <p:nvPicPr>
          <p:cNvPr id="18" name="Picture 17" descr="image11.png"/>
          <p:cNvPicPr>
            <a:picLocks noChangeAspect="1"/>
          </p:cNvPicPr>
          <p:nvPr/>
        </p:nvPicPr>
        <p:blipFill>
          <a:blip r:embed="rId6"/>
          <a:stretch>
            <a:fillRect/>
          </a:stretch>
        </p:blipFill>
        <p:spPr>
          <a:xfrm>
            <a:off x="6784848" y="2571750"/>
            <a:ext cx="1920240" cy="1227124"/>
          </a:xfrm>
          <a:prstGeom prst="rect">
            <a:avLst/>
          </a:prstGeom>
        </p:spPr>
      </p:pic>
      <p:sp>
        <p:nvSpPr>
          <p:cNvPr id="19" name="TextBox 18"/>
          <p:cNvSpPr txBox="1"/>
          <p:nvPr/>
        </p:nvSpPr>
        <p:spPr>
          <a:xfrm>
            <a:off x="6784848" y="3826306"/>
            <a:ext cx="1920240" cy="274320"/>
          </a:xfrm>
          <a:prstGeom prst="rect">
            <a:avLst/>
          </a:prstGeom>
          <a:noFill/>
        </p:spPr>
        <p:txBody>
          <a:bodyPr wrap="square" lIns="0" tIns="0" rIns="0" bIns="0">
            <a:spAutoFit/>
          </a:bodyPr>
          <a:lstStyle/>
          <a:p>
            <a:pPr algn="ctr"/>
            <a:r>
              <a:rPr sz="1050" b="1">
                <a:solidFill>
                  <a:srgbClr val="000C3E"/>
                </a:solidFill>
                <a:latin typeface="Calibri"/>
              </a:rPr>
              <a:t>Transfer tracing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sz="1800" b="1">
                <a:solidFill>
                  <a:srgbClr val="00529B"/>
                </a:solidFill>
                <a:latin typeface="Rockwell"/>
              </a:rPr>
              <a:t>Results</a:t>
            </a:r>
            <a:endParaRPr lang="en-US" sz="1800" b="1">
              <a:solidFill>
                <a:srgbClr val="00529B"/>
              </a:solidFill>
              <a:latin typeface="Rockwell"/>
            </a:endParaRPr>
          </a:p>
        </p:txBody>
      </p:sp>
      <p:sp>
        <p:nvSpPr>
          <p:cNvPr id="3" name="TextBox 2"/>
          <p:cNvSpPr txBox="1"/>
          <p:nvPr/>
        </p:nvSpPr>
        <p:spPr>
          <a:xfrm>
            <a:off x="384048" y="1078992"/>
            <a:ext cx="8321040" cy="323165"/>
          </a:xfrm>
          <a:prstGeom prst="rect">
            <a:avLst/>
          </a:prstGeom>
          <a:noFill/>
        </p:spPr>
        <p:txBody>
          <a:bodyPr wrap="square" anchor="t">
            <a:spAutoFit/>
          </a:bodyPr>
          <a:lstStyle/>
          <a:p>
            <a:r>
              <a:rPr lang="en-US" sz="1500" b="1">
                <a:solidFill>
                  <a:srgbClr val="000C3E"/>
                </a:solidFill>
                <a:latin typeface="Calibri"/>
              </a:rPr>
              <a:t>Can verification and traceability be realized under voluntary participation?</a:t>
            </a:r>
          </a:p>
        </p:txBody>
      </p:sp>
      <p:sp>
        <p:nvSpPr>
          <p:cNvPr id="4" name="TextBox 3"/>
          <p:cNvSpPr txBox="1"/>
          <p:nvPr/>
        </p:nvSpPr>
        <p:spPr>
          <a:xfrm>
            <a:off x="640080" y="3760000"/>
            <a:ext cx="7955279" cy="861774"/>
          </a:xfrm>
          <a:prstGeom prst="rect">
            <a:avLst/>
          </a:prstGeom>
          <a:noFill/>
        </p:spPr>
        <p:txBody>
          <a:bodyPr wrap="square">
            <a:spAutoFit/>
          </a:bodyPr>
          <a:lstStyle/>
          <a:p>
            <a:pPr>
              <a:spcAft>
                <a:spcPts val="250"/>
              </a:spcAft>
              <a:buNone/>
            </a:pPr>
            <a:r>
              <a:rPr lang="en-US" sz="1500" b="1" dirty="0">
                <a:solidFill>
                  <a:srgbClr val="000C3E"/>
                </a:solidFill>
                <a:latin typeface="Calibri"/>
              </a:rPr>
              <a:t>Linear.</a:t>
            </a:r>
            <a:r>
              <a:rPr lang="en-US" sz="1500" b="0" dirty="0">
                <a:solidFill>
                  <a:srgbClr val="53524C"/>
                </a:solidFill>
                <a:latin typeface="Calibri"/>
              </a:rPr>
              <a:t>  A receiver two steps away confirms its file and recovers the order of organizations.</a:t>
            </a:r>
          </a:p>
          <a:p>
            <a:pPr>
              <a:spcAft>
                <a:spcPts val="250"/>
              </a:spcAft>
              <a:buNone/>
            </a:pPr>
            <a:r>
              <a:rPr lang="en-US" sz="1500" b="1" dirty="0">
                <a:solidFill>
                  <a:srgbClr val="000C3E"/>
                </a:solidFill>
                <a:latin typeface="Calibri"/>
              </a:rPr>
              <a:t>Branching.</a:t>
            </a:r>
            <a:r>
              <a:rPr lang="en-US" sz="1500" b="0" dirty="0">
                <a:solidFill>
                  <a:srgbClr val="53524C"/>
                </a:solidFill>
                <a:latin typeface="Calibri"/>
              </a:rPr>
              <a:t>  Two receivers each recover their own path, without the other’s record.</a:t>
            </a:r>
          </a:p>
          <a:p>
            <a:pPr>
              <a:spcAft>
                <a:spcPts val="250"/>
              </a:spcAft>
              <a:buNone/>
            </a:pPr>
            <a:r>
              <a:rPr lang="en-US" sz="1500" b="1" dirty="0">
                <a:solidFill>
                  <a:srgbClr val="000C3E"/>
                </a:solidFill>
                <a:latin typeface="Calibri"/>
              </a:rPr>
              <a:t>Both recover correctly from one File ID.</a:t>
            </a:r>
          </a:p>
        </p:txBody>
      </p:sp>
      <p:sp>
        <p:nvSpPr>
          <p:cNvPr id="5" name="TextBox 4"/>
          <p:cNvSpPr txBox="1"/>
          <p:nvPr/>
        </p:nvSpPr>
        <p:spPr>
          <a:xfrm>
            <a:off x="274320" y="4617720"/>
            <a:ext cx="8595360" cy="230832"/>
          </a:xfrm>
          <a:prstGeom prst="rect">
            <a:avLst/>
          </a:prstGeom>
          <a:noFill/>
        </p:spPr>
        <p:txBody>
          <a:bodyPr wrap="square" anchor="t">
            <a:spAutoFit/>
          </a:bodyPr>
          <a:lstStyle/>
          <a:p>
            <a:pPr algn="l">
              <a:spcAft>
                <a:spcPts val="200"/>
              </a:spcAft>
            </a:pPr>
            <a:r>
              <a:rPr sz="900" b="0">
                <a:solidFill>
                  <a:srgbClr val="555555"/>
                </a:solidFill>
              </a:rPr>
              <a:t>§ </a:t>
            </a:r>
            <a:r>
              <a:rPr lang="en-US" sz="900" b="0">
                <a:solidFill>
                  <a:srgbClr val="555555"/>
                </a:solidFill>
              </a:rPr>
              <a:t>3.6.2 </a:t>
            </a:r>
            <a:r>
              <a:rPr sz="900" b="0">
                <a:solidFill>
                  <a:srgbClr val="555555"/>
                </a:solidFill>
              </a:rPr>
              <a:t>· </a:t>
            </a:r>
            <a:r>
              <a:rPr lang="en-US" sz="900" b="0">
                <a:solidFill>
                  <a:srgbClr val="555555"/>
                </a:solidFill>
              </a:rPr>
              <a:t>§ 3.7</a:t>
            </a:r>
            <a:endParaRPr sz="900" b="0">
              <a:solidFill>
                <a:srgbClr val="555555"/>
              </a:solidFill>
            </a:endParaRPr>
          </a:p>
        </p:txBody>
      </p:sp>
      <p:pic>
        <p:nvPicPr>
          <p:cNvPr id="950" name="Diagram 950"/>
          <p:cNvPicPr>
            <a:picLocks noChangeAspect="1"/>
          </p:cNvPicPr>
          <p:nvPr/>
        </p:nvPicPr>
        <p:blipFill>
          <a:blip r:embed="rId4"/>
          <a:stretch>
            <a:fillRect/>
          </a:stretch>
        </p:blipFill>
        <p:spPr>
          <a:xfrm>
            <a:off x="2072000" y="1480000"/>
            <a:ext cx="5000000" cy="2280000"/>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sz="1800" b="1">
                <a:solidFill>
                  <a:srgbClr val="00529B"/>
                </a:solidFill>
                <a:latin typeface="Rockwell"/>
              </a:rPr>
              <a:t>Results</a:t>
            </a:r>
            <a:endParaRPr lang="en-US" sz="1800" b="1">
              <a:solidFill>
                <a:srgbClr val="00529B"/>
              </a:solidFill>
              <a:latin typeface="Rockwell"/>
            </a:endParaRPr>
          </a:p>
        </p:txBody>
      </p:sp>
      <p:sp>
        <p:nvSpPr>
          <p:cNvPr id="3" name="TextBox 2"/>
          <p:cNvSpPr txBox="1"/>
          <p:nvPr/>
        </p:nvSpPr>
        <p:spPr>
          <a:xfrm>
            <a:off x="384048" y="1078992"/>
            <a:ext cx="8321040" cy="323165"/>
          </a:xfrm>
          <a:prstGeom prst="rect">
            <a:avLst/>
          </a:prstGeom>
          <a:noFill/>
        </p:spPr>
        <p:txBody>
          <a:bodyPr wrap="square" anchor="t">
            <a:spAutoFit/>
          </a:bodyPr>
          <a:lstStyle/>
          <a:p>
            <a:r>
              <a:rPr lang="en-US" sz="1500" b="1" dirty="0">
                <a:solidFill>
                  <a:srgbClr val="000C3E"/>
                </a:solidFill>
                <a:latin typeface="Calibri"/>
              </a:rPr>
              <a:t>The infrastructure refuses what it cannot trust.</a:t>
            </a:r>
          </a:p>
        </p:txBody>
      </p:sp>
      <p:sp>
        <p:nvSpPr>
          <p:cNvPr id="4" name="TextBox 3"/>
          <p:cNvSpPr txBox="1"/>
          <p:nvPr/>
        </p:nvSpPr>
        <p:spPr>
          <a:xfrm>
            <a:off x="640080" y="3760000"/>
            <a:ext cx="7955279" cy="592470"/>
          </a:xfrm>
          <a:prstGeom prst="rect">
            <a:avLst/>
          </a:prstGeom>
          <a:noFill/>
        </p:spPr>
        <p:txBody>
          <a:bodyPr wrap="square">
            <a:spAutoFit/>
          </a:bodyPr>
          <a:lstStyle/>
          <a:p>
            <a:pPr>
              <a:spcAft>
                <a:spcPts val="250"/>
              </a:spcAft>
              <a:buNone/>
            </a:pPr>
            <a:r>
              <a:rPr lang="en-US" sz="1500" b="1" dirty="0">
                <a:solidFill>
                  <a:srgbClr val="000C3E"/>
                </a:solidFill>
                <a:latin typeface="Calibri"/>
              </a:rPr>
              <a:t>Altered file.</a:t>
            </a:r>
            <a:r>
              <a:rPr lang="en-US" sz="1500" b="0" dirty="0">
                <a:solidFill>
                  <a:srgbClr val="53524C"/>
                </a:solidFill>
                <a:latin typeface="Calibri"/>
              </a:rPr>
              <a:t>  A changed file no longer matches its registered File ID, so verification rejects it.</a:t>
            </a:r>
          </a:p>
          <a:p>
            <a:pPr>
              <a:spcAft>
                <a:spcPts val="250"/>
              </a:spcAft>
              <a:buNone/>
            </a:pPr>
            <a:r>
              <a:rPr lang="en-US" sz="1500" b="1" dirty="0">
                <a:solidFill>
                  <a:srgbClr val="000C3E"/>
                </a:solidFill>
                <a:latin typeface="Calibri"/>
              </a:rPr>
              <a:t>Duplicate registration.</a:t>
            </a:r>
            <a:r>
              <a:rPr lang="en-US" sz="1500" b="0" dirty="0">
                <a:solidFill>
                  <a:srgbClr val="53524C"/>
                </a:solidFill>
                <a:latin typeface="Calibri"/>
              </a:rPr>
              <a:t>  A File ID already on the ledger cannot be registered again.</a:t>
            </a:r>
          </a:p>
        </p:txBody>
      </p:sp>
      <p:sp>
        <p:nvSpPr>
          <p:cNvPr id="5" name="TextBox 4"/>
          <p:cNvSpPr txBox="1"/>
          <p:nvPr/>
        </p:nvSpPr>
        <p:spPr>
          <a:xfrm>
            <a:off x="274320" y="4617720"/>
            <a:ext cx="8595360" cy="230832"/>
          </a:xfrm>
          <a:prstGeom prst="rect">
            <a:avLst/>
          </a:prstGeom>
          <a:noFill/>
        </p:spPr>
        <p:txBody>
          <a:bodyPr wrap="square" anchor="t">
            <a:spAutoFit/>
          </a:bodyPr>
          <a:lstStyle/>
          <a:p>
            <a:pPr algn="l">
              <a:spcAft>
                <a:spcPts val="200"/>
              </a:spcAft>
            </a:pPr>
            <a:r>
              <a:rPr sz="900" b="0">
                <a:solidFill>
                  <a:srgbClr val="555555"/>
                </a:solidFill>
              </a:rPr>
              <a:t>§ 3.7.3</a:t>
            </a:r>
          </a:p>
        </p:txBody>
      </p:sp>
      <p:pic>
        <p:nvPicPr>
          <p:cNvPr id="950" name="Diagram 950"/>
          <p:cNvPicPr>
            <a:picLocks noChangeAspect="1"/>
          </p:cNvPicPr>
          <p:nvPr/>
        </p:nvPicPr>
        <p:blipFill>
          <a:blip r:embed="rId3"/>
          <a:stretch>
            <a:fillRect/>
          </a:stretch>
        </p:blipFill>
        <p:spPr>
          <a:xfrm>
            <a:off x="2072000" y="1450000"/>
            <a:ext cx="5000000" cy="211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a:solidFill>
                  <a:srgbClr val="00529B"/>
                </a:solidFill>
                <a:latin typeface="Rockwell"/>
              </a:rPr>
              <a:t>Chapter 3 </a:t>
            </a:r>
            <a:r>
              <a:rPr sz="1800" b="1">
                <a:solidFill>
                  <a:srgbClr val="00529B"/>
                </a:solidFill>
                <a:latin typeface="Rockwell"/>
              </a:rPr>
              <a:t>Summary</a:t>
            </a:r>
            <a:endParaRPr lang="en-US" sz="1800" b="1">
              <a:solidFill>
                <a:srgbClr val="00529B"/>
              </a:solidFill>
              <a:latin typeface="Rockwell"/>
            </a:endParaRPr>
          </a:p>
        </p:txBody>
      </p:sp>
      <p:sp>
        <p:nvSpPr>
          <p:cNvPr id="5" name="TextBox 4"/>
          <p:cNvSpPr txBox="1"/>
          <p:nvPr/>
        </p:nvSpPr>
        <p:spPr>
          <a:xfrm>
            <a:off x="502920" y="1691252"/>
            <a:ext cx="8138160" cy="984885"/>
          </a:xfrm>
          <a:prstGeom prst="rect">
            <a:avLst/>
          </a:prstGeom>
          <a:noFill/>
        </p:spPr>
        <p:txBody>
          <a:bodyPr wrap="square" anchor="t">
            <a:spAutoFit/>
          </a:bodyPr>
          <a:lstStyle/>
          <a:p>
            <a:pPr marL="228600" indent="-228600">
              <a:spcAft>
                <a:spcPts val="600"/>
              </a:spcAft>
              <a:buFont typeface="Arial"/>
              <a:buChar char="•"/>
            </a:pPr>
            <a:r>
              <a:rPr lang="en-US" sz="1600" b="0" dirty="0">
                <a:solidFill>
                  <a:srgbClr val="1A1A1A"/>
                </a:solidFill>
                <a:latin typeface="Calibri"/>
              </a:rPr>
              <a:t>A three-layer architecture separates shared records from local files.</a:t>
            </a:r>
          </a:p>
          <a:p>
            <a:pPr marL="228600" indent="-228600">
              <a:spcAft>
                <a:spcPts val="600"/>
              </a:spcAft>
              <a:buFont typeface="Arial"/>
              <a:buChar char="•"/>
            </a:pPr>
            <a:r>
              <a:rPr lang="en-US" sz="1600" b="0" dirty="0">
                <a:solidFill>
                  <a:srgbClr val="1A1A1A"/>
                </a:solidFill>
                <a:latin typeface="Calibri"/>
              </a:rPr>
              <a:t>An ID schema assigns a File ID and records each transfer.</a:t>
            </a:r>
          </a:p>
          <a:p>
            <a:pPr marL="228600" indent="-228600">
              <a:spcAft>
                <a:spcPts val="600"/>
              </a:spcAft>
              <a:buFont typeface="Arial"/>
              <a:buChar char="•"/>
            </a:pPr>
            <a:r>
              <a:rPr lang="en-US" sz="1600" b="0" dirty="0">
                <a:solidFill>
                  <a:srgbClr val="1A1A1A"/>
                </a:solidFill>
                <a:latin typeface="Calibri"/>
              </a:rPr>
              <a:t>Verification and traceability are realized with no central authority.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993612"/>
            <a:ext cx="8229600" cy="584775"/>
          </a:xfrm>
          <a:prstGeom prst="rect">
            <a:avLst/>
          </a:prstGeom>
          <a:noFill/>
        </p:spPr>
        <p:txBody>
          <a:bodyPr wrap="square" anchor="ctr">
            <a:spAutoFit/>
          </a:bodyPr>
          <a:lstStyle/>
          <a:p>
            <a:pPr algn="ctr">
              <a:spcAft>
                <a:spcPts val="600"/>
              </a:spcAft>
            </a:pPr>
            <a:r>
              <a:rPr lang="en-US" sz="3200" b="1">
                <a:solidFill>
                  <a:srgbClr val="00529B"/>
                </a:solidFill>
                <a:latin typeface="Rockwell"/>
              </a:rPr>
              <a:t>Chapter 4</a:t>
            </a:r>
            <a:endParaRPr sz="3200" b="1">
              <a:solidFill>
                <a:srgbClr val="00529B"/>
              </a:solidFill>
              <a:latin typeface="Rockwell"/>
            </a:endParaRPr>
          </a:p>
        </p:txBody>
      </p:sp>
      <p:sp>
        <p:nvSpPr>
          <p:cNvPr id="3" name="TextBox 2"/>
          <p:cNvSpPr txBox="1"/>
          <p:nvPr/>
        </p:nvSpPr>
        <p:spPr>
          <a:xfrm>
            <a:off x="914400" y="2880360"/>
            <a:ext cx="7315200" cy="323165"/>
          </a:xfrm>
          <a:prstGeom prst="rect">
            <a:avLst/>
          </a:prstGeom>
          <a:noFill/>
        </p:spPr>
        <p:txBody>
          <a:bodyPr wrap="square" anchor="t">
            <a:spAutoFit/>
          </a:bodyPr>
          <a:lstStyle/>
          <a:p>
            <a:pPr algn="ctr">
              <a:spcAft>
                <a:spcPts val="600"/>
              </a:spcAft>
            </a:pPr>
            <a:r>
              <a:rPr lang="en-US" sz="1500" b="1">
                <a:solidFill>
                  <a:srgbClr val="000C3E"/>
                </a:solidFill>
              </a:rPr>
              <a:t>Realizing the Transformation Function</a:t>
            </a:r>
            <a:endParaRPr sz="1500" b="1">
              <a:solidFill>
                <a:srgbClr val="000C3E"/>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1985159"/>
          </a:xfrm>
          <a:prstGeom prst="rect">
            <a:avLst/>
          </a:prstGeom>
          <a:noFill/>
        </p:spPr>
        <p:txBody>
          <a:bodyPr/>
          <a:lstStyle/>
          <a:p>
            <a:r>
              <a:rPr lang="en-US" sz="1800" b="1">
                <a:solidFill>
                  <a:srgbClr val="00529B"/>
                </a:solidFill>
                <a:latin typeface="Rockwell"/>
              </a:rPr>
              <a:t>Architecture</a:t>
            </a:r>
          </a:p>
        </p:txBody>
      </p:sp>
      <p:pic>
        <p:nvPicPr>
          <p:cNvPr id="4" name="Picture 3" descr="image.png"/>
          <p:cNvPicPr>
            <a:picLocks noChangeAspect="1"/>
          </p:cNvPicPr>
          <p:nvPr/>
        </p:nvPicPr>
        <p:blipFill>
          <a:blip r:embed="rId3"/>
          <a:stretch>
            <a:fillRect/>
          </a:stretch>
        </p:blipFill>
        <p:spPr>
          <a:xfrm>
            <a:off x="1112000" y="2280000"/>
            <a:ext cx="3250000" cy="2076389"/>
          </a:xfrm>
          <a:prstGeom prst="rect">
            <a:avLst/>
          </a:prstGeom>
        </p:spPr>
      </p:pic>
      <p:pic>
        <p:nvPicPr>
          <p:cNvPr id="5" name="Picture 4" descr="image13.png"/>
          <p:cNvPicPr>
            <a:picLocks noChangeAspect="1"/>
          </p:cNvPicPr>
          <p:nvPr/>
        </p:nvPicPr>
        <p:blipFill>
          <a:blip r:embed="rId4"/>
          <a:stretch>
            <a:fillRect/>
          </a:stretch>
        </p:blipFill>
        <p:spPr>
          <a:xfrm>
            <a:off x="4782000" y="2280000"/>
            <a:ext cx="3250000" cy="2076389"/>
          </a:xfrm>
          <a:prstGeom prst="rect">
            <a:avLst/>
          </a:prstGeom>
        </p:spPr>
      </p:pic>
      <p:sp>
        <p:nvSpPr>
          <p:cNvPr id="6" name="TextBox 5"/>
          <p:cNvSpPr txBox="1"/>
          <p:nvPr/>
        </p:nvSpPr>
        <p:spPr>
          <a:xfrm>
            <a:off x="1112000" y="4400000"/>
            <a:ext cx="3250000" cy="284693"/>
          </a:xfrm>
          <a:prstGeom prst="rect">
            <a:avLst/>
          </a:prstGeom>
          <a:noFill/>
        </p:spPr>
        <p:txBody>
          <a:bodyPr wrap="square" anchor="t">
            <a:spAutoFit/>
          </a:bodyPr>
          <a:lstStyle/>
          <a:p>
            <a:pPr algn="ctr">
              <a:spcAft>
                <a:spcPts val="400"/>
              </a:spcAft>
            </a:pPr>
            <a:r>
              <a:rPr sz="1250" b="1" i="0">
                <a:solidFill>
                  <a:srgbClr val="000C3E"/>
                </a:solidFill>
                <a:latin typeface="Calibri"/>
              </a:rPr>
              <a:t>Declare</a:t>
            </a:r>
            <a:r>
              <a:rPr sz="1100" b="0" i="0">
                <a:solidFill>
                  <a:srgbClr val="53524C"/>
                </a:solidFill>
                <a:latin typeface="Calibri"/>
              </a:rPr>
              <a:t>  (originator writes the link)</a:t>
            </a:r>
          </a:p>
        </p:txBody>
      </p:sp>
      <p:sp>
        <p:nvSpPr>
          <p:cNvPr id="7" name="TextBox 6"/>
          <p:cNvSpPr txBox="1"/>
          <p:nvPr/>
        </p:nvSpPr>
        <p:spPr>
          <a:xfrm>
            <a:off x="4782000" y="4400000"/>
            <a:ext cx="3250000" cy="284693"/>
          </a:xfrm>
          <a:prstGeom prst="rect">
            <a:avLst/>
          </a:prstGeom>
          <a:noFill/>
        </p:spPr>
        <p:txBody>
          <a:bodyPr wrap="square" anchor="t">
            <a:spAutoFit/>
          </a:bodyPr>
          <a:lstStyle/>
          <a:p>
            <a:pPr algn="ctr">
              <a:spcAft>
                <a:spcPts val="400"/>
              </a:spcAft>
            </a:pPr>
            <a:r>
              <a:rPr sz="1250" b="1" i="0">
                <a:solidFill>
                  <a:srgbClr val="000C3E"/>
                </a:solidFill>
                <a:latin typeface="Calibri"/>
              </a:rPr>
              <a:t>Chain query</a:t>
            </a:r>
            <a:r>
              <a:rPr sz="1100" b="0" i="0">
                <a:solidFill>
                  <a:srgbClr val="53524C"/>
                </a:solidFill>
                <a:latin typeface="Calibri"/>
              </a:rPr>
              <a:t>  (data user reads it back)</a:t>
            </a:r>
          </a:p>
        </p:txBody>
      </p:sp>
      <p:sp>
        <p:nvSpPr>
          <p:cNvPr id="8" name="TextBox 7"/>
          <p:cNvSpPr txBox="1"/>
          <p:nvPr/>
        </p:nvSpPr>
        <p:spPr>
          <a:xfrm>
            <a:off x="457200" y="1158784"/>
            <a:ext cx="8229600" cy="874598"/>
          </a:xfrm>
          <a:prstGeom prst="rect">
            <a:avLst/>
          </a:prstGeom>
          <a:noFill/>
        </p:spPr>
        <p:txBody>
          <a:bodyPr wrap="square" anchor="t">
            <a:spAutoFit/>
          </a:bodyPr>
          <a:lstStyle/>
          <a:p>
            <a:pPr>
              <a:spcAft>
                <a:spcPts val="350"/>
              </a:spcAft>
              <a:buNone/>
            </a:pPr>
            <a:r>
              <a:rPr lang="en-US" sz="1500" b="1" dirty="0">
                <a:solidFill>
                  <a:srgbClr val="000C3E"/>
                </a:solidFill>
                <a:latin typeface="Calibri"/>
              </a:rPr>
              <a:t>A transformed file gets a new File ID, linked to the files it came from.</a:t>
            </a:r>
          </a:p>
          <a:p>
            <a:pPr>
              <a:spcAft>
                <a:spcPts val="300"/>
              </a:spcAft>
              <a:buNone/>
            </a:pPr>
            <a:r>
              <a:rPr lang="en-US" sz="1500" b="1" dirty="0">
                <a:solidFill>
                  <a:srgbClr val="000C3E"/>
                </a:solidFill>
                <a:latin typeface="Calibri"/>
              </a:rPr>
              <a:t>Declare.</a:t>
            </a:r>
            <a:r>
              <a:rPr lang="en-US" sz="1500" b="0" dirty="0">
                <a:solidFill>
                  <a:srgbClr val="53524C"/>
                </a:solidFill>
                <a:latin typeface="Calibri"/>
              </a:rPr>
              <a:t>  The originator records that an output File ID came from its input File IDs.</a:t>
            </a:r>
          </a:p>
          <a:p>
            <a:pPr>
              <a:spcAft>
                <a:spcPts val="300"/>
              </a:spcAft>
              <a:buNone/>
            </a:pPr>
            <a:r>
              <a:rPr lang="en-US" sz="1500" b="1" dirty="0">
                <a:solidFill>
                  <a:srgbClr val="000C3E"/>
                </a:solidFill>
                <a:latin typeface="Calibri"/>
              </a:rPr>
              <a:t>Chain query.</a:t>
            </a:r>
            <a:r>
              <a:rPr lang="en-US" sz="1500" b="0" dirty="0">
                <a:solidFill>
                  <a:srgbClr val="53524C"/>
                </a:solidFill>
                <a:latin typeface="Calibri"/>
              </a:rPr>
              <a:t>  From an output, the data user follows the declarations back to the registered roots.</a:t>
            </a:r>
          </a:p>
        </p:txBody>
      </p:sp>
      <p:sp>
        <p:nvSpPr>
          <p:cNvPr id="9" name="TextBox 8"/>
          <p:cNvSpPr txBox="1"/>
          <p:nvPr/>
        </p:nvSpPr>
        <p:spPr>
          <a:xfrm>
            <a:off x="457200" y="4760000"/>
            <a:ext cx="8229600" cy="246221"/>
          </a:xfrm>
          <a:prstGeom prst="rect">
            <a:avLst/>
          </a:prstGeom>
          <a:noFill/>
        </p:spPr>
        <p:txBody>
          <a:bodyPr wrap="square" anchor="t">
            <a:spAutoFit/>
          </a:bodyPr>
          <a:lstStyle/>
          <a:p>
            <a:pPr algn="l">
              <a:spcAft>
                <a:spcPts val="400"/>
              </a:spcAft>
            </a:pPr>
            <a:r>
              <a:rPr sz="1000" b="0" i="0">
                <a:solidFill>
                  <a:srgbClr val="888780"/>
                </a:solidFill>
                <a:latin typeface="Calibri"/>
              </a:rPr>
              <a:t>§ 4.3.3 · </a:t>
            </a:r>
            <a:r>
              <a:rPr lang="en-US" sz="1000" b="0" i="0">
                <a:solidFill>
                  <a:srgbClr val="888780"/>
                </a:solidFill>
                <a:latin typeface="Calibri"/>
              </a:rPr>
              <a:t>§ 4.5</a:t>
            </a:r>
            <a:endParaRPr sz="1000" b="0" i="0">
              <a:solidFill>
                <a:srgbClr val="888780"/>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1077218"/>
          </a:xfrm>
          <a:prstGeom prst="rect">
            <a:avLst/>
          </a:prstGeom>
          <a:noFill/>
        </p:spPr>
        <p:txBody>
          <a:bodyPr/>
          <a:lstStyle/>
          <a:p>
            <a:r>
              <a:rPr sz="1800" b="1">
                <a:solidFill>
                  <a:srgbClr val="00529B"/>
                </a:solidFill>
                <a:latin typeface="Rockwell"/>
              </a:rPr>
              <a:t>Results</a:t>
            </a:r>
            <a:endParaRPr lang="en-US" sz="1800" b="1">
              <a:solidFill>
                <a:srgbClr val="00529B"/>
              </a:solidFill>
              <a:latin typeface="Rockwell"/>
            </a:endParaRPr>
          </a:p>
        </p:txBody>
      </p:sp>
      <p:sp>
        <p:nvSpPr>
          <p:cNvPr id="3" name="TextBox 2"/>
          <p:cNvSpPr txBox="1"/>
          <p:nvPr/>
        </p:nvSpPr>
        <p:spPr>
          <a:xfrm>
            <a:off x="365760" y="1249835"/>
            <a:ext cx="8321040" cy="861774"/>
          </a:xfrm>
          <a:prstGeom prst="rect">
            <a:avLst/>
          </a:prstGeom>
          <a:noFill/>
        </p:spPr>
        <p:txBody>
          <a:bodyPr wrap="square" anchor="t">
            <a:spAutoFit/>
          </a:bodyPr>
          <a:lstStyle/>
          <a:p>
            <a:pPr>
              <a:spcAft>
                <a:spcPts val="250"/>
              </a:spcAft>
            </a:pPr>
            <a:r>
              <a:rPr lang="en-US" sz="1500" dirty="0">
                <a:solidFill>
                  <a:srgbClr val="000C3E"/>
                </a:solidFill>
                <a:latin typeface="Calibri"/>
              </a:rPr>
              <a:t>Modification</a:t>
            </a:r>
            <a:r>
              <a:rPr lang="en-US" altLang="ko-KR" sz="1500" dirty="0">
                <a:solidFill>
                  <a:srgbClr val="000C3E"/>
                </a:solidFill>
                <a:latin typeface="Calibri"/>
              </a:rPr>
              <a:t>.</a:t>
            </a:r>
            <a:r>
              <a:rPr lang="en-US" sz="1500" dirty="0">
                <a:solidFill>
                  <a:srgbClr val="000C3E"/>
                </a:solidFill>
                <a:latin typeface="Calibri"/>
              </a:rPr>
              <a:t> One file becomes another.</a:t>
            </a:r>
          </a:p>
          <a:p>
            <a:pPr>
              <a:spcAft>
                <a:spcPts val="250"/>
              </a:spcAft>
            </a:pPr>
            <a:r>
              <a:rPr lang="en-US" sz="1500" dirty="0">
                <a:solidFill>
                  <a:srgbClr val="000C3E"/>
                </a:solidFill>
                <a:latin typeface="Calibri"/>
              </a:rPr>
              <a:t>Combine</a:t>
            </a:r>
            <a:r>
              <a:rPr lang="en-US" altLang="ko-KR" sz="1500" dirty="0">
                <a:solidFill>
                  <a:srgbClr val="000C3E"/>
                </a:solidFill>
                <a:latin typeface="Calibri"/>
              </a:rPr>
              <a:t>.</a:t>
            </a:r>
            <a:r>
              <a:rPr lang="en-US" sz="1500" dirty="0">
                <a:solidFill>
                  <a:srgbClr val="000C3E"/>
                </a:solidFill>
                <a:latin typeface="Calibri"/>
              </a:rPr>
              <a:t> Several files merge into one.</a:t>
            </a:r>
          </a:p>
          <a:p>
            <a:pPr>
              <a:spcAft>
                <a:spcPts val="250"/>
              </a:spcAft>
            </a:pPr>
            <a:r>
              <a:rPr lang="en-US" sz="1500" dirty="0">
                <a:solidFill>
                  <a:srgbClr val="000C3E"/>
                </a:solidFill>
                <a:latin typeface="Calibri"/>
              </a:rPr>
              <a:t>Split</a:t>
            </a:r>
            <a:r>
              <a:rPr lang="en-US" altLang="ko-KR" sz="1500" dirty="0">
                <a:solidFill>
                  <a:srgbClr val="000C3E"/>
                </a:solidFill>
                <a:latin typeface="Calibri"/>
              </a:rPr>
              <a:t>.</a:t>
            </a:r>
            <a:r>
              <a:rPr lang="en-US" sz="1500" dirty="0">
                <a:solidFill>
                  <a:srgbClr val="000C3E"/>
                </a:solidFill>
                <a:latin typeface="Calibri"/>
              </a:rPr>
              <a:t> One file produces several.</a:t>
            </a:r>
            <a:endParaRPr lang="en-US" sz="1300" dirty="0">
              <a:solidFill>
                <a:srgbClr val="53524C"/>
              </a:solidFill>
              <a:latin typeface="Calibri"/>
            </a:endParaRPr>
          </a:p>
        </p:txBody>
      </p:sp>
      <p:sp>
        <p:nvSpPr>
          <p:cNvPr id="7" name="TextBox 6"/>
          <p:cNvSpPr txBox="1"/>
          <p:nvPr/>
        </p:nvSpPr>
        <p:spPr>
          <a:xfrm>
            <a:off x="457200" y="4617720"/>
            <a:ext cx="8229600" cy="246221"/>
          </a:xfrm>
          <a:prstGeom prst="rect">
            <a:avLst/>
          </a:prstGeom>
          <a:noFill/>
        </p:spPr>
        <p:txBody>
          <a:bodyPr wrap="square" anchor="t">
            <a:spAutoFit/>
          </a:bodyPr>
          <a:lstStyle/>
          <a:p>
            <a:pPr algn="l">
              <a:spcAft>
                <a:spcPts val="400"/>
              </a:spcAft>
            </a:pPr>
            <a:r>
              <a:rPr sz="1000" b="0" i="0">
                <a:solidFill>
                  <a:srgbClr val="888780"/>
                </a:solidFill>
                <a:latin typeface="Calibri"/>
              </a:rPr>
              <a:t>§ </a:t>
            </a:r>
            <a:r>
              <a:rPr lang="en-US" sz="1000" b="0" i="0">
                <a:solidFill>
                  <a:srgbClr val="888780"/>
                </a:solidFill>
                <a:latin typeface="Calibri"/>
              </a:rPr>
              <a:t>4.6</a:t>
            </a:r>
            <a:endParaRPr sz="1000" b="0" i="0">
              <a:solidFill>
                <a:srgbClr val="888780"/>
              </a:solidFill>
              <a:latin typeface="Calibri"/>
            </a:endParaRPr>
          </a:p>
        </p:txBody>
      </p:sp>
      <p:pic>
        <p:nvPicPr>
          <p:cNvPr id="950" name="Diagram 950"/>
          <p:cNvPicPr>
            <a:picLocks noChangeAspect="1"/>
          </p:cNvPicPr>
          <p:nvPr/>
        </p:nvPicPr>
        <p:blipFill>
          <a:blip r:embed="rId3"/>
          <a:stretch>
            <a:fillRect/>
          </a:stretch>
        </p:blipFill>
        <p:spPr>
          <a:xfrm>
            <a:off x="1626280" y="2255950"/>
            <a:ext cx="5800000" cy="1813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a:solidFill>
                  <a:srgbClr val="00529B"/>
                </a:solidFill>
                <a:latin typeface="Rockwell"/>
              </a:rPr>
              <a:t>Results</a:t>
            </a:r>
          </a:p>
        </p:txBody>
      </p:sp>
      <p:sp>
        <p:nvSpPr>
          <p:cNvPr id="3" name="TextBox 2"/>
          <p:cNvSpPr txBox="1"/>
          <p:nvPr/>
        </p:nvSpPr>
        <p:spPr>
          <a:xfrm>
            <a:off x="384048" y="1078992"/>
            <a:ext cx="8321040" cy="561692"/>
          </a:xfrm>
          <a:prstGeom prst="rect">
            <a:avLst/>
          </a:prstGeom>
          <a:noFill/>
        </p:spPr>
        <p:txBody>
          <a:bodyPr wrap="square" anchor="t">
            <a:spAutoFit/>
          </a:bodyPr>
          <a:lstStyle/>
          <a:p>
            <a:pPr>
              <a:spcAft>
                <a:spcPts val="250"/>
              </a:spcAft>
            </a:pPr>
            <a:r>
              <a:rPr lang="en-US" sz="1500" b="1" dirty="0">
                <a:solidFill>
                  <a:srgbClr val="000C3E"/>
                </a:solidFill>
                <a:latin typeface="Calibri"/>
              </a:rPr>
              <a:t>A missing declaration is shown as a gap, not filled in.</a:t>
            </a:r>
          </a:p>
          <a:p>
            <a:pPr>
              <a:spcAft>
                <a:spcPts val="250"/>
              </a:spcAft>
            </a:pPr>
            <a:r>
              <a:rPr lang="en-US" sz="1300" b="0" dirty="0">
                <a:solidFill>
                  <a:srgbClr val="53524C"/>
                </a:solidFill>
                <a:latin typeface="Calibri"/>
              </a:rPr>
              <a:t>Participation is voluntary, so a step in the chain may never be declared.</a:t>
            </a:r>
          </a:p>
        </p:txBody>
      </p:sp>
      <p:sp>
        <p:nvSpPr>
          <p:cNvPr id="8" name="TextBox 7"/>
          <p:cNvSpPr txBox="1"/>
          <p:nvPr/>
        </p:nvSpPr>
        <p:spPr>
          <a:xfrm>
            <a:off x="457200" y="4617720"/>
            <a:ext cx="8229600" cy="246221"/>
          </a:xfrm>
          <a:prstGeom prst="rect">
            <a:avLst/>
          </a:prstGeom>
          <a:noFill/>
        </p:spPr>
        <p:txBody>
          <a:bodyPr wrap="square" anchor="t">
            <a:spAutoFit/>
          </a:bodyPr>
          <a:lstStyle/>
          <a:p>
            <a:pPr algn="l">
              <a:spcAft>
                <a:spcPts val="400"/>
              </a:spcAft>
            </a:pPr>
            <a:r>
              <a:rPr sz="1000" b="0" i="0">
                <a:solidFill>
                  <a:srgbClr val="888780"/>
                </a:solidFill>
                <a:latin typeface="Calibri"/>
              </a:rPr>
              <a:t>§ </a:t>
            </a:r>
            <a:r>
              <a:rPr lang="en-US" sz="1000" b="0" i="0">
                <a:solidFill>
                  <a:srgbClr val="888780"/>
                </a:solidFill>
                <a:latin typeface="Calibri"/>
              </a:rPr>
              <a:t>4.6</a:t>
            </a:r>
            <a:endParaRPr sz="1000" b="0" i="0">
              <a:solidFill>
                <a:srgbClr val="888780"/>
              </a:solidFill>
              <a:latin typeface="Calibri"/>
            </a:endParaRPr>
          </a:p>
        </p:txBody>
      </p:sp>
      <p:sp>
        <p:nvSpPr>
          <p:cNvPr id="971" name="Result 26"/>
          <p:cNvSpPr txBox="1"/>
          <p:nvPr/>
        </p:nvSpPr>
        <p:spPr>
          <a:xfrm>
            <a:off x="640080" y="3880000"/>
            <a:ext cx="7955279" cy="700000"/>
          </a:xfrm>
          <a:prstGeom prst="rect">
            <a:avLst/>
          </a:prstGeom>
          <a:noFill/>
        </p:spPr>
        <p:txBody>
          <a:bodyPr wrap="square" lIns="0" tIns="0" rIns="0" bIns="0"/>
          <a:lstStyle/>
          <a:p>
            <a:pPr>
              <a:spcAft>
                <a:spcPts val="250"/>
              </a:spcAft>
              <a:buNone/>
            </a:pPr>
            <a:r>
              <a:rPr lang="en-US" sz="1400" b="1" dirty="0">
                <a:solidFill>
                  <a:srgbClr val="000C3E"/>
                </a:solidFill>
                <a:latin typeface="Calibri"/>
              </a:rPr>
              <a:t>When a step was never declared, the query stops there and reports that the record ends, instead of guessing a link across the gap.</a:t>
            </a:r>
          </a:p>
        </p:txBody>
      </p:sp>
      <p:pic>
        <p:nvPicPr>
          <p:cNvPr id="7" name="Picture 6">
            <a:extLst>
              <a:ext uri="{FF2B5EF4-FFF2-40B4-BE49-F238E27FC236}">
                <a16:creationId xmlns:a16="http://schemas.microsoft.com/office/drawing/2014/main" id="{F4B3F6E9-EC07-EA9A-D927-30EABE1D8768}"/>
              </a:ext>
            </a:extLst>
          </p:cNvPr>
          <p:cNvPicPr>
            <a:picLocks noChangeAspect="1"/>
          </p:cNvPicPr>
          <p:nvPr/>
        </p:nvPicPr>
        <p:blipFill>
          <a:blip r:embed="rId4"/>
          <a:stretch>
            <a:fillRect/>
          </a:stretch>
        </p:blipFill>
        <p:spPr>
          <a:xfrm>
            <a:off x="640080" y="1687948"/>
            <a:ext cx="7772400" cy="2103729"/>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a:solidFill>
                  <a:srgbClr val="00529B"/>
                </a:solidFill>
                <a:latin typeface="Rockwell"/>
              </a:rPr>
              <a:t>Chapter 4 </a:t>
            </a:r>
            <a:r>
              <a:rPr sz="1800" b="1">
                <a:solidFill>
                  <a:srgbClr val="00529B"/>
                </a:solidFill>
                <a:latin typeface="Rockwell"/>
              </a:rPr>
              <a:t>Summary</a:t>
            </a:r>
            <a:endParaRPr lang="en-US" sz="1800" b="1">
              <a:solidFill>
                <a:srgbClr val="00529B"/>
              </a:solidFill>
              <a:latin typeface="Rockwell"/>
            </a:endParaRPr>
          </a:p>
        </p:txBody>
      </p:sp>
      <p:sp>
        <p:nvSpPr>
          <p:cNvPr id="3" name="TextBox 2"/>
          <p:cNvSpPr txBox="1"/>
          <p:nvPr/>
        </p:nvSpPr>
        <p:spPr>
          <a:xfrm>
            <a:off x="384048" y="1078992"/>
            <a:ext cx="8321040" cy="369332"/>
          </a:xfrm>
          <a:prstGeom prst="rect">
            <a:avLst/>
          </a:prstGeom>
          <a:noFill/>
        </p:spPr>
        <p:txBody>
          <a:bodyPr wrap="square" anchor="t">
            <a:spAutoFit/>
          </a:bodyPr>
          <a:lstStyle/>
          <a:p>
            <a:endParaRPr lang="en-US"/>
          </a:p>
        </p:txBody>
      </p:sp>
      <p:sp>
        <p:nvSpPr>
          <p:cNvPr id="5" name="TextBox 4"/>
          <p:cNvSpPr txBox="1"/>
          <p:nvPr/>
        </p:nvSpPr>
        <p:spPr>
          <a:xfrm>
            <a:off x="274320" y="1934245"/>
            <a:ext cx="8595360" cy="1169551"/>
          </a:xfrm>
          <a:prstGeom prst="rect">
            <a:avLst/>
          </a:prstGeom>
          <a:noFill/>
        </p:spPr>
        <p:txBody>
          <a:bodyPr wrap="square" anchor="t">
            <a:spAutoFit/>
          </a:bodyPr>
          <a:lstStyle/>
          <a:p>
            <a:pPr marL="228600" indent="-228600">
              <a:spcAft>
                <a:spcPts val="600"/>
              </a:spcAft>
              <a:buFont typeface="Arial"/>
              <a:buChar char="•"/>
            </a:pPr>
            <a:r>
              <a:rPr lang="en-US" sz="1500" b="0" dirty="0">
                <a:solidFill>
                  <a:srgbClr val="1A1A1A"/>
                </a:solidFill>
                <a:latin typeface="Calibri"/>
              </a:rPr>
              <a:t>A new File ID incorporated into the ID schema lets a data user trace a transformation to its declared sources.</a:t>
            </a:r>
          </a:p>
          <a:p>
            <a:pPr marL="228600" indent="-228600">
              <a:spcAft>
                <a:spcPts val="600"/>
              </a:spcAft>
              <a:buFont typeface="Arial"/>
              <a:buChar char="•"/>
            </a:pPr>
            <a:r>
              <a:rPr lang="en-US" sz="1500" b="0" dirty="0">
                <a:solidFill>
                  <a:srgbClr val="1A1A1A"/>
                </a:solidFill>
                <a:latin typeface="Calibri"/>
              </a:rPr>
              <a:t>The function was tested across the three transformation shapes: modification, combine, and split.</a:t>
            </a:r>
          </a:p>
          <a:p>
            <a:pPr marL="228600" indent="-228600">
              <a:spcAft>
                <a:spcPts val="600"/>
              </a:spcAft>
              <a:buFont typeface="Arial"/>
              <a:buChar char="•"/>
            </a:pPr>
            <a:r>
              <a:rPr lang="en-US" sz="1500" dirty="0">
                <a:solidFill>
                  <a:srgbClr val="1A1A1A"/>
                </a:solidFill>
                <a:latin typeface="Calibri"/>
              </a:rPr>
              <a:t>A restriction: the chain proves the declared derivation, not the true derivation. A missing step is reported</a:t>
            </a:r>
            <a:r>
              <a:rPr lang="en-US" altLang="ko-KR" sz="1500" dirty="0">
                <a:solidFill>
                  <a:srgbClr val="1A1A1A"/>
                </a:solidFill>
                <a:latin typeface="Calibri"/>
              </a:rPr>
              <a:t>.</a:t>
            </a:r>
            <a:endParaRPr lang="en-US" sz="1500" b="0" dirty="0">
              <a:solidFill>
                <a:srgbClr val="1A1A1A"/>
              </a:solidFill>
              <a:latin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009001"/>
            <a:ext cx="8229600" cy="553998"/>
          </a:xfrm>
          <a:prstGeom prst="rect">
            <a:avLst/>
          </a:prstGeom>
          <a:noFill/>
        </p:spPr>
        <p:txBody>
          <a:bodyPr wrap="square" anchor="ctr">
            <a:spAutoFit/>
          </a:bodyPr>
          <a:lstStyle/>
          <a:p>
            <a:pPr algn="ctr">
              <a:spcAft>
                <a:spcPts val="600"/>
              </a:spcAft>
            </a:pPr>
            <a:r>
              <a:rPr lang="en-US" sz="3000" b="1">
                <a:solidFill>
                  <a:srgbClr val="00529B"/>
                </a:solidFill>
                <a:latin typeface="Rockwell"/>
              </a:rPr>
              <a:t>Chapter 5</a:t>
            </a:r>
            <a:endParaRPr sz="3000" b="1">
              <a:solidFill>
                <a:srgbClr val="00529B"/>
              </a:solidFill>
              <a:latin typeface="Rockwell"/>
            </a:endParaRPr>
          </a:p>
        </p:txBody>
      </p:sp>
      <p:sp>
        <p:nvSpPr>
          <p:cNvPr id="3" name="TextBox 2"/>
          <p:cNvSpPr txBox="1"/>
          <p:nvPr/>
        </p:nvSpPr>
        <p:spPr>
          <a:xfrm>
            <a:off x="914400" y="2880360"/>
            <a:ext cx="7315200" cy="323165"/>
          </a:xfrm>
          <a:prstGeom prst="rect">
            <a:avLst/>
          </a:prstGeom>
          <a:noFill/>
        </p:spPr>
        <p:txBody>
          <a:bodyPr wrap="square" anchor="t">
            <a:spAutoFit/>
          </a:bodyPr>
          <a:lstStyle/>
          <a:p>
            <a:pPr algn="ctr">
              <a:spcAft>
                <a:spcPts val="600"/>
              </a:spcAft>
            </a:pPr>
            <a:r>
              <a:rPr lang="en-US" sz="1500" b="1">
                <a:solidFill>
                  <a:srgbClr val="000C3E"/>
                </a:solidFill>
              </a:rPr>
              <a:t>DEMETER: Demonstration on the Agricultural Carbon Market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dirty="0">
                <a:solidFill>
                  <a:srgbClr val="00529B"/>
                </a:solidFill>
                <a:latin typeface="Rockwell"/>
              </a:rPr>
              <a:t>Demonstration</a:t>
            </a:r>
          </a:p>
        </p:txBody>
      </p:sp>
      <p:sp>
        <p:nvSpPr>
          <p:cNvPr id="3" name="TextBox 2"/>
          <p:cNvSpPr txBox="1"/>
          <p:nvPr/>
        </p:nvSpPr>
        <p:spPr>
          <a:xfrm>
            <a:off x="411480" y="972836"/>
            <a:ext cx="8321040" cy="323165"/>
          </a:xfrm>
          <a:prstGeom prst="rect">
            <a:avLst/>
          </a:prstGeom>
          <a:noFill/>
        </p:spPr>
        <p:txBody>
          <a:bodyPr wrap="square" anchor="t">
            <a:spAutoFit/>
          </a:bodyPr>
          <a:lstStyle/>
          <a:p>
            <a:pPr>
              <a:spcAft>
                <a:spcPts val="250"/>
              </a:spcAft>
            </a:pPr>
            <a:r>
              <a:rPr lang="en-US" sz="1500" b="1">
                <a:solidFill>
                  <a:srgbClr val="000C3E"/>
                </a:solidFill>
                <a:latin typeface="Calibri"/>
              </a:rPr>
              <a:t>Why the agricultural carbon market is the case</a:t>
            </a:r>
          </a:p>
        </p:txBody>
      </p:sp>
      <p:pic>
        <p:nvPicPr>
          <p:cNvPr id="6" name="Picture 5" descr="05_chain_all_blue.png">
            <a:extLst>
              <a:ext uri="{FF2B5EF4-FFF2-40B4-BE49-F238E27FC236}">
                <a16:creationId xmlns:a16="http://schemas.microsoft.com/office/drawing/2014/main" id="{426BB568-2F7F-E6A3-5146-2D66FE1D1910}"/>
              </a:ext>
            </a:extLst>
          </p:cNvPr>
          <p:cNvPicPr>
            <a:picLocks noChangeAspect="1"/>
          </p:cNvPicPr>
          <p:nvPr/>
        </p:nvPicPr>
        <p:blipFill>
          <a:blip r:embed="rId3"/>
          <a:stretch>
            <a:fillRect/>
          </a:stretch>
        </p:blipFill>
        <p:spPr>
          <a:xfrm>
            <a:off x="1463040" y="1342168"/>
            <a:ext cx="6217920" cy="2919000"/>
          </a:xfrm>
          <a:prstGeom prst="rect">
            <a:avLst/>
          </a:prstGeom>
          <a:ln w="6350">
            <a:solidFill>
              <a:srgbClr val="DDDDDD"/>
            </a:solidFill>
          </a:ln>
        </p:spPr>
      </p:pic>
      <p:sp>
        <p:nvSpPr>
          <p:cNvPr id="972" name="Body29"/>
          <p:cNvSpPr txBox="1"/>
          <p:nvPr/>
        </p:nvSpPr>
        <p:spPr>
          <a:xfrm>
            <a:off x="457200" y="4261168"/>
            <a:ext cx="8229600" cy="882332"/>
          </a:xfrm>
          <a:prstGeom prst="rect">
            <a:avLst/>
          </a:prstGeom>
          <a:noFill/>
        </p:spPr>
        <p:txBody>
          <a:bodyPr wrap="square" lIns="0" tIns="0" rIns="0" bIns="0"/>
          <a:lstStyle/>
          <a:p>
            <a:pPr>
              <a:spcAft>
                <a:spcPts val="250"/>
              </a:spcAft>
              <a:buNone/>
            </a:pPr>
            <a:r>
              <a:rPr lang="en-US" sz="1250" dirty="0">
                <a:latin typeface="Calibri"/>
              </a:rPr>
              <a:t>1 Transformation. The project developer combines field and lab data into a carbon stock.</a:t>
            </a:r>
          </a:p>
          <a:p>
            <a:pPr>
              <a:spcAft>
                <a:spcPts val="250"/>
              </a:spcAft>
              <a:buNone/>
            </a:pPr>
            <a:r>
              <a:rPr lang="en-US" sz="1250" dirty="0">
                <a:latin typeface="Calibri"/>
              </a:rPr>
              <a:t>2 Transfer. The credit passes from developer to reviewer to registry to buyer.</a:t>
            </a:r>
          </a:p>
          <a:p>
            <a:pPr>
              <a:spcAft>
                <a:spcPts val="250"/>
              </a:spcAft>
              <a:buNone/>
            </a:pPr>
            <a:r>
              <a:rPr lang="en-US" sz="1250" dirty="0">
                <a:latin typeface="Calibri"/>
              </a:rPr>
              <a:t>3 Verification. The buyer checks the credit against the record.</a:t>
            </a:r>
          </a:p>
          <a:p>
            <a:pPr>
              <a:spcAft>
                <a:spcPts val="250"/>
              </a:spcAft>
              <a:buNone/>
            </a:pPr>
            <a:r>
              <a:rPr lang="en-US" sz="1250" dirty="0">
                <a:latin typeface="Calibri"/>
              </a:rPr>
              <a:t>The credit is both transformed and transferred, so this one case exercises all three functions.</a:t>
            </a:r>
            <a:endParaRPr lang="en-US" sz="1300" b="1" dirty="0">
              <a:latin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lang="en-US" sz="1800" b="1">
                <a:solidFill>
                  <a:srgbClr val="00529B"/>
                </a:solidFill>
                <a:latin typeface="Rockwell"/>
              </a:rPr>
              <a:t>Demonstration</a:t>
            </a:r>
          </a:p>
        </p:txBody>
      </p:sp>
      <p:sp>
        <p:nvSpPr>
          <p:cNvPr id="3" name="TextBox 2"/>
          <p:cNvSpPr txBox="1"/>
          <p:nvPr/>
        </p:nvSpPr>
        <p:spPr>
          <a:xfrm>
            <a:off x="384048" y="1078992"/>
            <a:ext cx="8321040" cy="561692"/>
          </a:xfrm>
          <a:prstGeom prst="rect">
            <a:avLst/>
          </a:prstGeom>
          <a:noFill/>
        </p:spPr>
        <p:txBody>
          <a:bodyPr wrap="square" anchor="t">
            <a:spAutoFit/>
          </a:bodyPr>
          <a:lstStyle/>
          <a:p>
            <a:pPr>
              <a:spcAft>
                <a:spcPts val="250"/>
              </a:spcAft>
            </a:pPr>
            <a:r>
              <a:rPr lang="en-US" sz="1500" b="1">
                <a:solidFill>
                  <a:srgbClr val="000C3E"/>
                </a:solidFill>
                <a:latin typeface="Calibri"/>
              </a:rPr>
              <a:t>Two directions of the same trace</a:t>
            </a:r>
          </a:p>
          <a:p>
            <a:r>
              <a:rPr lang="en-US" sz="1300" b="0">
                <a:solidFill>
                  <a:srgbClr val="53524C"/>
                </a:solidFill>
                <a:latin typeface="Calibri"/>
              </a:rPr>
              <a:t>The same records answer a query from either end.</a:t>
            </a:r>
          </a:p>
        </p:txBody>
      </p:sp>
      <p:sp>
        <p:nvSpPr>
          <p:cNvPr id="973" name="Body30"/>
          <p:cNvSpPr txBox="1"/>
          <p:nvPr/>
        </p:nvSpPr>
        <p:spPr>
          <a:xfrm>
            <a:off x="475488" y="4523500"/>
            <a:ext cx="8229600" cy="620000"/>
          </a:xfrm>
          <a:prstGeom prst="rect">
            <a:avLst/>
          </a:prstGeom>
          <a:noFill/>
        </p:spPr>
        <p:txBody>
          <a:bodyPr wrap="square" lIns="0" tIns="0" rIns="0" bIns="0"/>
          <a:lstStyle/>
          <a:p>
            <a:pPr>
              <a:spcAft>
                <a:spcPts val="250"/>
              </a:spcAft>
              <a:buNone/>
            </a:pPr>
            <a:r>
              <a:rPr lang="en-US" sz="1250" dirty="0">
                <a:solidFill>
                  <a:srgbClr val="000C3E"/>
                </a:solidFill>
                <a:latin typeface="Calibri"/>
              </a:rPr>
              <a:t>Backward. A buyer recovers the field and laboratory files the credit was built from.</a:t>
            </a:r>
          </a:p>
          <a:p>
            <a:pPr>
              <a:spcAft>
                <a:spcPts val="250"/>
              </a:spcAft>
              <a:buNone/>
            </a:pPr>
            <a:r>
              <a:rPr lang="en-US" sz="1250" dirty="0">
                <a:solidFill>
                  <a:srgbClr val="000C3E"/>
                </a:solidFill>
                <a:latin typeface="Calibri"/>
              </a:rPr>
              <a:t>Forward. A farmer traces the credit it became from the registered field file.</a:t>
            </a:r>
          </a:p>
        </p:txBody>
      </p:sp>
      <p:pic>
        <p:nvPicPr>
          <p:cNvPr id="950" name="Diagram 950"/>
          <p:cNvPicPr>
            <a:picLocks noChangeAspect="1"/>
          </p:cNvPicPr>
          <p:nvPr/>
        </p:nvPicPr>
        <p:blipFill>
          <a:blip r:embed="rId3"/>
          <a:stretch>
            <a:fillRect/>
          </a:stretch>
        </p:blipFill>
        <p:spPr>
          <a:xfrm>
            <a:off x="1572000" y="1750000"/>
            <a:ext cx="6000000" cy="282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a:solidFill>
                  <a:srgbClr val="00529B"/>
                </a:solidFill>
                <a:latin typeface="Rockwell"/>
              </a:rPr>
              <a:t>Demonstration</a:t>
            </a:r>
          </a:p>
        </p:txBody>
      </p:sp>
      <p:sp>
        <p:nvSpPr>
          <p:cNvPr id="3" name="TextBox 2"/>
          <p:cNvSpPr txBox="1"/>
          <p:nvPr/>
        </p:nvSpPr>
        <p:spPr>
          <a:xfrm>
            <a:off x="411480" y="972836"/>
            <a:ext cx="8321040" cy="561692"/>
          </a:xfrm>
          <a:prstGeom prst="rect">
            <a:avLst/>
          </a:prstGeom>
          <a:noFill/>
        </p:spPr>
        <p:txBody>
          <a:bodyPr wrap="square" anchor="t">
            <a:spAutoFit/>
          </a:bodyPr>
          <a:lstStyle/>
          <a:p>
            <a:pPr>
              <a:spcAft>
                <a:spcPts val="250"/>
              </a:spcAft>
            </a:pPr>
            <a:r>
              <a:rPr lang="en-US" sz="1500" b="1" dirty="0">
                <a:solidFill>
                  <a:srgbClr val="000C3E"/>
                </a:solidFill>
                <a:latin typeface="Calibri"/>
              </a:rPr>
              <a:t>What a query recovers</a:t>
            </a:r>
          </a:p>
          <a:p>
            <a:r>
              <a:rPr lang="en-US" sz="1300" b="0" dirty="0">
                <a:solidFill>
                  <a:srgbClr val="53524C"/>
                </a:solidFill>
                <a:latin typeface="Calibri"/>
              </a:rPr>
              <a:t>From the credit in hand, the buyer traces how it was built, back to the registered files.</a:t>
            </a:r>
          </a:p>
        </p:txBody>
      </p:sp>
      <p:pic>
        <p:nvPicPr>
          <p:cNvPr id="5" name="Picture 4" descr="image17.png"/>
          <p:cNvPicPr>
            <a:picLocks noChangeAspect="1"/>
          </p:cNvPicPr>
          <p:nvPr/>
        </p:nvPicPr>
        <p:blipFill>
          <a:blip r:embed="rId3"/>
          <a:stretch>
            <a:fillRect/>
          </a:stretch>
        </p:blipFill>
        <p:spPr>
          <a:xfrm>
            <a:off x="4062560" y="1520000"/>
            <a:ext cx="4900000" cy="2865000"/>
          </a:xfrm>
          <a:prstGeom prst="rect">
            <a:avLst/>
          </a:prstGeom>
        </p:spPr>
      </p:pic>
      <p:sp>
        <p:nvSpPr>
          <p:cNvPr id="974" name="Body31"/>
          <p:cNvSpPr txBox="1"/>
          <p:nvPr/>
        </p:nvSpPr>
        <p:spPr>
          <a:xfrm>
            <a:off x="457200" y="4125000"/>
            <a:ext cx="8229600" cy="520000"/>
          </a:xfrm>
          <a:prstGeom prst="rect">
            <a:avLst/>
          </a:prstGeom>
          <a:noFill/>
        </p:spPr>
        <p:txBody>
          <a:bodyPr wrap="square" lIns="0" tIns="0" rIns="0" bIns="0"/>
          <a:lstStyle/>
          <a:p>
            <a:pPr>
              <a:spcAft>
                <a:spcPts val="250"/>
              </a:spcAft>
              <a:buNone/>
            </a:pPr>
            <a:r>
              <a:rPr lang="en-US" sz="1300" dirty="0">
                <a:solidFill>
                  <a:srgbClr val="000C3E"/>
                </a:solidFill>
                <a:latin typeface="Calibri"/>
              </a:rPr>
              <a:t>The stock combines a field file and a lab-core file.</a:t>
            </a:r>
          </a:p>
          <a:p>
            <a:pPr>
              <a:spcAft>
                <a:spcPts val="250"/>
              </a:spcAft>
              <a:buNone/>
            </a:pPr>
            <a:r>
              <a:rPr lang="en-US" sz="1300" dirty="0">
                <a:solidFill>
                  <a:srgbClr val="000C3E"/>
                </a:solidFill>
                <a:latin typeface="Calibri"/>
              </a:rPr>
              <a:t>The field file came from a registered soil profile, by a split.</a:t>
            </a:r>
          </a:p>
          <a:p>
            <a:pPr>
              <a:spcAft>
                <a:spcPts val="250"/>
              </a:spcAft>
              <a:buNone/>
            </a:pPr>
            <a:r>
              <a:rPr lang="en-US" sz="1300" dirty="0">
                <a:solidFill>
                  <a:srgbClr val="000C3E"/>
                </a:solidFill>
                <a:latin typeface="Calibri"/>
              </a:rPr>
              <a:t>The lab-core file came from a registered lab measurement, by a modification.</a:t>
            </a:r>
          </a:p>
          <a:p>
            <a:pPr>
              <a:spcAft>
                <a:spcPts val="250"/>
              </a:spcAft>
              <a:buNone/>
            </a:pPr>
            <a:r>
              <a:rPr lang="en-US" sz="1300" dirty="0">
                <a:solidFill>
                  <a:srgbClr val="000C3E"/>
                </a:solidFill>
                <a:latin typeface="Calibri"/>
              </a:rPr>
              <a:t>From one File ID, with no upstream organization contacted, the credit resolves to its registered roots.</a:t>
            </a:r>
          </a:p>
        </p:txBody>
      </p:sp>
      <p:pic>
        <p:nvPicPr>
          <p:cNvPr id="4" name="Picture 3" descr="image17.png">
            <a:extLst>
              <a:ext uri="{FF2B5EF4-FFF2-40B4-BE49-F238E27FC236}">
                <a16:creationId xmlns:a16="http://schemas.microsoft.com/office/drawing/2014/main" id="{773979C4-3AB2-AC31-C92E-C809C2867F66}"/>
              </a:ext>
            </a:extLst>
          </p:cNvPr>
          <p:cNvPicPr>
            <a:picLocks noChangeAspect="1"/>
          </p:cNvPicPr>
          <p:nvPr/>
        </p:nvPicPr>
        <p:blipFill>
          <a:blip r:embed="rId4"/>
          <a:srcRect t="18375" r="58383"/>
          <a:stretch>
            <a:fillRect/>
          </a:stretch>
        </p:blipFill>
        <p:spPr>
          <a:xfrm>
            <a:off x="2023870" y="1700905"/>
            <a:ext cx="1901530" cy="2267957"/>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sz="1800" b="1">
                <a:solidFill>
                  <a:srgbClr val="00529B"/>
                </a:solidFill>
                <a:latin typeface="Rockwell"/>
              </a:rPr>
              <a:t>Chapter 5 </a:t>
            </a:r>
            <a:r>
              <a:rPr sz="1800" b="1">
                <a:solidFill>
                  <a:srgbClr val="00529B"/>
                </a:solidFill>
                <a:latin typeface="Rockwell"/>
              </a:rPr>
              <a:t>Summary</a:t>
            </a:r>
            <a:endParaRPr lang="en-US" sz="1800" b="1">
              <a:solidFill>
                <a:srgbClr val="00529B"/>
              </a:solidFill>
              <a:latin typeface="Rockwell"/>
            </a:endParaRPr>
          </a:p>
        </p:txBody>
      </p:sp>
      <p:sp>
        <p:nvSpPr>
          <p:cNvPr id="5" name="TextBox 4"/>
          <p:cNvSpPr txBox="1"/>
          <p:nvPr/>
        </p:nvSpPr>
        <p:spPr>
          <a:xfrm>
            <a:off x="384048" y="1785788"/>
            <a:ext cx="8257032" cy="1400383"/>
          </a:xfrm>
          <a:prstGeom prst="rect">
            <a:avLst/>
          </a:prstGeom>
          <a:noFill/>
        </p:spPr>
        <p:txBody>
          <a:bodyPr wrap="square" anchor="t">
            <a:spAutoFit/>
          </a:bodyPr>
          <a:lstStyle/>
          <a:p>
            <a:pPr marL="228600" indent="-228600">
              <a:spcAft>
                <a:spcPts val="550"/>
              </a:spcAft>
              <a:buFont typeface="Arial"/>
              <a:buChar char="•"/>
            </a:pPr>
            <a:r>
              <a:rPr lang="en-US" sz="1500" b="0">
                <a:solidFill>
                  <a:srgbClr val="1A1A1A"/>
                </a:solidFill>
                <a:latin typeface="Calibri"/>
              </a:rPr>
              <a:t>DEMETER demonstrates the platform on a real carbon credit, addressing verification, traceability, and transformation in one case.</a:t>
            </a:r>
          </a:p>
          <a:p>
            <a:pPr marL="228600" indent="-228600">
              <a:spcAft>
                <a:spcPts val="550"/>
              </a:spcAft>
              <a:buFont typeface="Arial"/>
              <a:buChar char="•"/>
            </a:pPr>
            <a:r>
              <a:rPr lang="en-US" sz="1500" b="0">
                <a:solidFill>
                  <a:srgbClr val="1A1A1A"/>
                </a:solidFill>
                <a:latin typeface="Calibri"/>
              </a:rPr>
              <a:t>The platform fits complex data sharing, where files are transferred and transformed through different paths.</a:t>
            </a:r>
          </a:p>
          <a:p>
            <a:pPr marL="228600" indent="-228600">
              <a:spcAft>
                <a:spcPts val="550"/>
              </a:spcAft>
              <a:buFont typeface="Arial"/>
              <a:buChar char="•"/>
            </a:pPr>
            <a:r>
              <a:rPr lang="en-US" sz="1500" b="0">
                <a:solidFill>
                  <a:srgbClr val="1A1A1A"/>
                </a:solidFill>
                <a:latin typeface="Calibri"/>
              </a:rPr>
              <a:t>A stakeholder sees the full lifecycle of the data, which improves transparency and trust.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sz="1800" b="1">
                <a:solidFill>
                  <a:srgbClr val="00529B"/>
                </a:solidFill>
                <a:latin typeface="Rockwell"/>
              </a:rPr>
              <a:t>Conclusions</a:t>
            </a:r>
            <a:endParaRPr lang="en-US" sz="1800" b="1">
              <a:solidFill>
                <a:srgbClr val="00529B"/>
              </a:solidFill>
              <a:latin typeface="Rockwell"/>
            </a:endParaRPr>
          </a:p>
        </p:txBody>
      </p:sp>
      <p:sp>
        <p:nvSpPr>
          <p:cNvPr id="3" name="TextBox 2"/>
          <p:cNvSpPr txBox="1"/>
          <p:nvPr/>
        </p:nvSpPr>
        <p:spPr>
          <a:xfrm>
            <a:off x="384048" y="1078992"/>
            <a:ext cx="8321040" cy="523220"/>
          </a:xfrm>
          <a:prstGeom prst="rect">
            <a:avLst/>
          </a:prstGeom>
          <a:noFill/>
        </p:spPr>
        <p:txBody>
          <a:bodyPr wrap="square" anchor="t">
            <a:spAutoFit/>
          </a:bodyPr>
          <a:lstStyle/>
          <a:p>
            <a:r>
              <a:rPr lang="en-US" sz="1400" b="0">
                <a:solidFill>
                  <a:srgbClr val="53524C"/>
                </a:solidFill>
                <a:latin typeface="Calibri"/>
              </a:rPr>
              <a:t>Agricultural data is shared under voluntary participation, with no record of where a file came from or how it changed, so it cannot be trusted.</a:t>
            </a:r>
          </a:p>
        </p:txBody>
      </p:sp>
      <p:sp>
        <p:nvSpPr>
          <p:cNvPr id="4" name="TextBox 3"/>
          <p:cNvSpPr txBox="1"/>
          <p:nvPr/>
        </p:nvSpPr>
        <p:spPr>
          <a:xfrm>
            <a:off x="640080" y="1965960"/>
            <a:ext cx="7955279" cy="1897955"/>
          </a:xfrm>
          <a:prstGeom prst="rect">
            <a:avLst/>
          </a:prstGeom>
          <a:noFill/>
        </p:spPr>
        <p:txBody>
          <a:bodyPr wrap="square">
            <a:spAutoFit/>
          </a:bodyPr>
          <a:lstStyle/>
          <a:p>
            <a:pPr marL="200025" indent="-200025">
              <a:spcAft>
                <a:spcPts val="400"/>
              </a:spcAft>
              <a:buFont typeface="Arial"/>
              <a:buChar char="•"/>
            </a:pPr>
            <a:r>
              <a:rPr lang="en-US" sz="1300" b="1">
                <a:solidFill>
                  <a:srgbClr val="000C3E"/>
                </a:solidFill>
                <a:latin typeface="Calibri"/>
              </a:rPr>
              <a:t>Reframes trust.</a:t>
            </a:r>
            <a:r>
              <a:rPr lang="en-US" sz="1300" b="0">
                <a:solidFill>
                  <a:srgbClr val="1A1A1A"/>
                </a:solidFill>
                <a:latin typeface="Calibri"/>
              </a:rPr>
              <a:t>  It comes from a transparent record a data user can read, not from forcing every organization to take part.</a:t>
            </a:r>
          </a:p>
          <a:p>
            <a:pPr marL="200025" indent="-200025">
              <a:spcAft>
                <a:spcPts val="400"/>
              </a:spcAft>
              <a:buFont typeface="Arial"/>
              <a:buChar char="•"/>
            </a:pPr>
            <a:r>
              <a:rPr lang="en-US" sz="1300" b="1">
                <a:solidFill>
                  <a:srgbClr val="000C3E"/>
                </a:solidFill>
                <a:latin typeface="Calibri"/>
              </a:rPr>
              <a:t>Verification and traceability.</a:t>
            </a:r>
            <a:r>
              <a:rPr lang="en-US" sz="1300" b="0">
                <a:solidFill>
                  <a:srgbClr val="1A1A1A"/>
                </a:solidFill>
                <a:latin typeface="Calibri"/>
              </a:rPr>
              <a:t>  Confirms an unchanged file’s origin and recovers its transfer path.</a:t>
            </a:r>
          </a:p>
          <a:p>
            <a:pPr marL="200025" indent="-200025">
              <a:spcAft>
                <a:spcPts val="400"/>
              </a:spcAft>
              <a:buFont typeface="Arial"/>
              <a:buChar char="•"/>
            </a:pPr>
            <a:r>
              <a:rPr lang="en-US" sz="1300" b="1">
                <a:solidFill>
                  <a:srgbClr val="000C3E"/>
                </a:solidFill>
                <a:latin typeface="Calibri"/>
              </a:rPr>
              <a:t>Transformation.</a:t>
            </a:r>
            <a:r>
              <a:rPr lang="en-US" sz="1300" b="0">
                <a:solidFill>
                  <a:srgbClr val="1A1A1A"/>
                </a:solidFill>
                <a:latin typeface="Calibri"/>
              </a:rPr>
              <a:t>  Traces a changed file back to its declared sources, and reports an undeclared step instead of crossing it.</a:t>
            </a:r>
          </a:p>
          <a:p>
            <a:pPr marL="200025" indent="-200025">
              <a:spcAft>
                <a:spcPts val="400"/>
              </a:spcAft>
              <a:buFont typeface="Arial"/>
              <a:buChar char="•"/>
            </a:pPr>
            <a:r>
              <a:rPr lang="en-US" sz="1300" b="1">
                <a:solidFill>
                  <a:srgbClr val="000C3E"/>
                </a:solidFill>
                <a:latin typeface="Calibri"/>
              </a:rPr>
              <a:t>DEMETER.</a:t>
            </a:r>
            <a:r>
              <a:rPr lang="en-US" sz="1300" b="0">
                <a:solidFill>
                  <a:srgbClr val="1A1A1A"/>
                </a:solidFill>
                <a:latin typeface="Calibri"/>
              </a:rPr>
              <a:t>  Integrates both on one shared record and demonstrates them on real data.</a:t>
            </a:r>
          </a:p>
          <a:p>
            <a:pPr marL="200025" indent="-200025">
              <a:spcAft>
                <a:spcPts val="400"/>
              </a:spcAft>
              <a:buFont typeface="Arial"/>
              <a:buChar char="•"/>
            </a:pPr>
            <a:r>
              <a:rPr lang="en-US" sz="1300" b="1">
                <a:solidFill>
                  <a:srgbClr val="000C3E"/>
                </a:solidFill>
                <a:latin typeface="Calibri"/>
              </a:rPr>
              <a:t>The boundary is deliberate.</a:t>
            </a:r>
            <a:r>
              <a:rPr lang="en-US" sz="1300" b="0">
                <a:solidFill>
                  <a:srgbClr val="1A1A1A"/>
                </a:solidFill>
                <a:latin typeface="Calibri"/>
              </a:rPr>
              <a:t>  The platform establishes attribution, not the truth of the data. Validation sits above this layer.</a:t>
            </a:r>
          </a:p>
        </p:txBody>
      </p:sp>
      <p:sp>
        <p:nvSpPr>
          <p:cNvPr id="5" name="TextBox 4"/>
          <p:cNvSpPr txBox="1"/>
          <p:nvPr/>
        </p:nvSpPr>
        <p:spPr>
          <a:xfrm>
            <a:off x="274320" y="4617720"/>
            <a:ext cx="8595360" cy="230832"/>
          </a:xfrm>
          <a:prstGeom prst="rect">
            <a:avLst/>
          </a:prstGeom>
          <a:noFill/>
        </p:spPr>
        <p:txBody>
          <a:bodyPr wrap="square" anchor="t">
            <a:spAutoFit/>
          </a:bodyPr>
          <a:lstStyle/>
          <a:p>
            <a:pPr algn="l">
              <a:spcAft>
                <a:spcPts val="200"/>
              </a:spcAft>
            </a:pPr>
            <a:r>
              <a:rPr sz="900" b="0">
                <a:solidFill>
                  <a:srgbClr val="555555"/>
                </a:solidFill>
              </a:rPr>
              <a:t>§ </a:t>
            </a:r>
            <a:r>
              <a:rPr lang="en-US" sz="900" b="0">
                <a:solidFill>
                  <a:srgbClr val="555555"/>
                </a:solidFill>
              </a:rPr>
              <a:t>6.1 · § </a:t>
            </a:r>
            <a:r>
              <a:rPr sz="900" b="0">
                <a:solidFill>
                  <a:srgbClr val="555555"/>
                </a:solidFill>
              </a:rPr>
              <a:t>6.2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369332"/>
          </a:xfrm>
          <a:prstGeom prst="rect">
            <a:avLst/>
          </a:prstGeom>
          <a:noFill/>
        </p:spPr>
        <p:txBody>
          <a:bodyPr/>
          <a:lstStyle/>
          <a:p>
            <a:r>
              <a:rPr lang="en-US" b="1">
                <a:solidFill>
                  <a:srgbClr val="00529B"/>
                </a:solidFill>
                <a:latin typeface="Rockwell"/>
              </a:rPr>
              <a:t>Future work</a:t>
            </a:r>
          </a:p>
        </p:txBody>
      </p:sp>
      <p:sp>
        <p:nvSpPr>
          <p:cNvPr id="3" name="TextBox 2"/>
          <p:cNvSpPr txBox="1"/>
          <p:nvPr/>
        </p:nvSpPr>
        <p:spPr>
          <a:xfrm>
            <a:off x="384048" y="1078992"/>
            <a:ext cx="8321040" cy="323165"/>
          </a:xfrm>
          <a:prstGeom prst="rect">
            <a:avLst/>
          </a:prstGeom>
          <a:noFill/>
        </p:spPr>
        <p:txBody>
          <a:bodyPr wrap="square" anchor="t">
            <a:spAutoFit/>
          </a:bodyPr>
          <a:lstStyle/>
          <a:p>
            <a:r>
              <a:rPr lang="en-US" sz="1500" b="1">
                <a:solidFill>
                  <a:srgbClr val="000C3E"/>
                </a:solidFill>
                <a:latin typeface="Calibri"/>
              </a:rPr>
              <a:t>Three services can build on this layer.</a:t>
            </a:r>
          </a:p>
        </p:txBody>
      </p:sp>
      <p:sp>
        <p:nvSpPr>
          <p:cNvPr id="4" name="TextBox 3"/>
          <p:cNvSpPr txBox="1"/>
          <p:nvPr/>
        </p:nvSpPr>
        <p:spPr>
          <a:xfrm>
            <a:off x="640080" y="1965960"/>
            <a:ext cx="7955279" cy="1138773"/>
          </a:xfrm>
          <a:prstGeom prst="rect">
            <a:avLst/>
          </a:prstGeom>
          <a:noFill/>
        </p:spPr>
        <p:txBody>
          <a:bodyPr wrap="square">
            <a:spAutoFit/>
          </a:bodyPr>
          <a:lstStyle/>
          <a:p>
            <a:pPr marL="200025" indent="-200025">
              <a:spcAft>
                <a:spcPts val="600"/>
              </a:spcAft>
              <a:buFont typeface="Arial"/>
              <a:buChar char="•"/>
            </a:pPr>
            <a:r>
              <a:rPr lang="en-US" sz="1450" b="1">
                <a:solidFill>
                  <a:srgbClr val="000C3E"/>
                </a:solidFill>
                <a:latin typeface="Calibri"/>
              </a:rPr>
              <a:t>Content validation.</a:t>
            </a:r>
            <a:r>
              <a:rPr lang="en-US" sz="1450" b="0">
                <a:solidFill>
                  <a:srgbClr val="1A1A1A"/>
                </a:solidFill>
                <a:latin typeface="Calibri"/>
              </a:rPr>
              <a:t>  Re-execute a declared transformation, turning a declared link into a verified one.</a:t>
            </a:r>
          </a:p>
          <a:p>
            <a:pPr marL="200025" indent="-200025">
              <a:spcAft>
                <a:spcPts val="600"/>
              </a:spcAft>
              <a:buFont typeface="Arial"/>
              <a:buChar char="•"/>
            </a:pPr>
            <a:r>
              <a:rPr lang="en-US" sz="1450" b="1">
                <a:solidFill>
                  <a:srgbClr val="000C3E"/>
                </a:solidFill>
                <a:latin typeface="Calibri"/>
              </a:rPr>
              <a:t>System interoperability.</a:t>
            </a:r>
            <a:r>
              <a:rPr lang="en-US" sz="1450" b="0">
                <a:solidFill>
                  <a:srgbClr val="1A1A1A"/>
                </a:solidFill>
                <a:latin typeface="Calibri"/>
              </a:rPr>
              <a:t>  Reconcile the different vocabularies organizations use, so records line up across them.</a:t>
            </a:r>
          </a:p>
          <a:p>
            <a:pPr marL="200025" indent="-200025">
              <a:spcAft>
                <a:spcPts val="600"/>
              </a:spcAft>
              <a:buFont typeface="Arial"/>
              <a:buChar char="•"/>
            </a:pPr>
            <a:r>
              <a:rPr lang="en-US" sz="1450" b="1">
                <a:solidFill>
                  <a:srgbClr val="000C3E"/>
                </a:solidFill>
                <a:latin typeface="Calibri"/>
              </a:rPr>
              <a:t>Usage-rights enforcement.</a:t>
            </a:r>
            <a:r>
              <a:rPr lang="en-US" sz="1450" b="0">
                <a:solidFill>
                  <a:srgbClr val="1A1A1A"/>
                </a:solidFill>
                <a:latin typeface="Calibri"/>
              </a:rPr>
              <a:t>  Act on the terms attached to the data, not only record them.</a:t>
            </a:r>
          </a:p>
        </p:txBody>
      </p:sp>
      <p:sp>
        <p:nvSpPr>
          <p:cNvPr id="5" name="TextBox 4"/>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6.2</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Publications</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The work is in the publication pipeline</a:t>
            </a:r>
          </a:p>
        </p:txBody>
      </p:sp>
      <p:sp>
        <p:nvSpPr>
          <p:cNvPr id="4" name="Rounded Rectangle 3"/>
          <p:cNvSpPr/>
          <p:nvPr/>
        </p:nvSpPr>
        <p:spPr>
          <a:xfrm>
            <a:off x="457200" y="1783080"/>
            <a:ext cx="5212080" cy="475488"/>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Agricultural carbon market paper</a:t>
            </a:r>
          </a:p>
        </p:txBody>
      </p:sp>
      <p:sp>
        <p:nvSpPr>
          <p:cNvPr id="5" name="Rounded Rectangle 4"/>
          <p:cNvSpPr/>
          <p:nvPr/>
        </p:nvSpPr>
        <p:spPr>
          <a:xfrm>
            <a:off x="5806440" y="1783080"/>
            <a:ext cx="2880360" cy="475488"/>
          </a:xfrm>
          <a:prstGeom prst="roundRect">
            <a:avLst/>
          </a:prstGeom>
          <a:solidFill>
            <a:srgbClr val="00529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a:solidFill>
                  <a:srgbClr val="FFFFFF"/>
                </a:solidFill>
              </a:rPr>
              <a:t>Published</a:t>
            </a:r>
          </a:p>
        </p:txBody>
      </p:sp>
      <p:sp>
        <p:nvSpPr>
          <p:cNvPr id="6" name="Rounded Rectangle 5"/>
          <p:cNvSpPr/>
          <p:nvPr/>
        </p:nvSpPr>
        <p:spPr>
          <a:xfrm>
            <a:off x="457200" y="2331720"/>
            <a:ext cx="5212080" cy="475488"/>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000C3E"/>
                </a:solidFill>
              </a:rPr>
              <a:t>Cross-sectoral data-sharing review (Ch 2)</a:t>
            </a:r>
          </a:p>
        </p:txBody>
      </p:sp>
      <p:sp>
        <p:nvSpPr>
          <p:cNvPr id="7" name="Rounded Rectangle 6"/>
          <p:cNvSpPr/>
          <p:nvPr/>
        </p:nvSpPr>
        <p:spPr>
          <a:xfrm>
            <a:off x="5806440" y="2331720"/>
            <a:ext cx="2880360" cy="475488"/>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1">
                <a:solidFill>
                  <a:srgbClr val="000C3E"/>
                </a:solidFill>
              </a:rPr>
              <a:t>Under review</a:t>
            </a:r>
          </a:p>
        </p:txBody>
      </p:sp>
      <p:sp>
        <p:nvSpPr>
          <p:cNvPr id="8" name="Rounded Rectangle 7"/>
          <p:cNvSpPr/>
          <p:nvPr/>
        </p:nvSpPr>
        <p:spPr>
          <a:xfrm>
            <a:off x="457200" y="2880360"/>
            <a:ext cx="5212080" cy="475488"/>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000C3E"/>
                </a:solidFill>
              </a:rPr>
              <a:t>Data verification paper (Ch 3)</a:t>
            </a:r>
          </a:p>
        </p:txBody>
      </p:sp>
      <p:sp>
        <p:nvSpPr>
          <p:cNvPr id="9" name="Rounded Rectangle 8"/>
          <p:cNvSpPr/>
          <p:nvPr/>
        </p:nvSpPr>
        <p:spPr>
          <a:xfrm>
            <a:off x="5806440" y="2880360"/>
            <a:ext cx="2880360" cy="475488"/>
          </a:xfrm>
          <a:prstGeom prst="roundRect">
            <a:avLst/>
          </a:prstGeom>
          <a:solidFill>
            <a:srgbClr val="FFFFFF"/>
          </a:solidFill>
          <a:ln w="9525">
            <a:solidFill>
              <a:srgbClr val="88878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a:solidFill>
                  <a:srgbClr val="000C3E"/>
                </a:solidFill>
              </a:rPr>
              <a:t>In revision</a:t>
            </a:r>
          </a:p>
        </p:txBody>
      </p:sp>
      <p:sp>
        <p:nvSpPr>
          <p:cNvPr id="10" name="Rounded Rectangle 9"/>
          <p:cNvSpPr/>
          <p:nvPr/>
        </p:nvSpPr>
        <p:spPr>
          <a:xfrm>
            <a:off x="457200" y="3429000"/>
            <a:ext cx="5212080" cy="475488"/>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000C3E"/>
                </a:solidFill>
              </a:rPr>
              <a:t>Transformation integrity paper (Ch 4)</a:t>
            </a:r>
          </a:p>
        </p:txBody>
      </p:sp>
      <p:sp>
        <p:nvSpPr>
          <p:cNvPr id="11" name="Rounded Rectangle 10"/>
          <p:cNvSpPr/>
          <p:nvPr/>
        </p:nvSpPr>
        <p:spPr>
          <a:xfrm>
            <a:off x="5806440" y="3429000"/>
            <a:ext cx="2880360" cy="475488"/>
          </a:xfrm>
          <a:prstGeom prst="roundRect">
            <a:avLst/>
          </a:prstGeom>
          <a:solidFill>
            <a:srgbClr val="FFFFFF"/>
          </a:solidFill>
          <a:ln w="9525">
            <a:solidFill>
              <a:srgbClr val="88878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a:solidFill>
                  <a:srgbClr val="000C3E"/>
                </a:solidFill>
              </a:rPr>
              <a:t>In revision</a:t>
            </a:r>
          </a:p>
        </p:txBody>
      </p:sp>
      <p:sp>
        <p:nvSpPr>
          <p:cNvPr id="12" name="Rounded Rectangle 11"/>
          <p:cNvSpPr/>
          <p:nvPr/>
        </p:nvSpPr>
        <p:spPr>
          <a:xfrm>
            <a:off x="457200" y="3977639"/>
            <a:ext cx="5212080" cy="475488"/>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000C3E"/>
                </a:solidFill>
              </a:rPr>
              <a:t>DEMETER platform paper (Ch 5)</a:t>
            </a:r>
          </a:p>
        </p:txBody>
      </p:sp>
      <p:sp>
        <p:nvSpPr>
          <p:cNvPr id="13" name="Rounded Rectangle 12"/>
          <p:cNvSpPr/>
          <p:nvPr/>
        </p:nvSpPr>
        <p:spPr>
          <a:xfrm>
            <a:off x="5806440" y="3977639"/>
            <a:ext cx="2880360" cy="475488"/>
          </a:xfrm>
          <a:prstGeom prst="roundRect">
            <a:avLst/>
          </a:prstGeom>
          <a:solidFill>
            <a:srgbClr val="FFFFFF"/>
          </a:solidFill>
          <a:ln w="9525">
            <a:solidFill>
              <a:srgbClr val="88878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a:solidFill>
                  <a:srgbClr val="000C3E"/>
                </a:solidFill>
              </a:rPr>
              <a:t>In revision</a:t>
            </a:r>
          </a:p>
        </p:txBody>
      </p:sp>
      <p:sp>
        <p:nvSpPr>
          <p:cNvPr id="14" name="Rounded Rectangle 13"/>
          <p:cNvSpPr/>
          <p:nvPr/>
        </p:nvSpPr>
        <p:spPr>
          <a:xfrm>
            <a:off x="457200" y="4526279"/>
            <a:ext cx="5212080" cy="475488"/>
          </a:xfrm>
          <a:prstGeom prst="roundRect">
            <a:avLst/>
          </a:prstGeom>
          <a:solidFill>
            <a:srgbClr val="E6EEF5"/>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000C3E"/>
                </a:solidFill>
              </a:rPr>
              <a:t>DEMETER patent</a:t>
            </a:r>
          </a:p>
        </p:txBody>
      </p:sp>
      <p:sp>
        <p:nvSpPr>
          <p:cNvPr id="15" name="Rounded Rectangle 14"/>
          <p:cNvSpPr/>
          <p:nvPr/>
        </p:nvSpPr>
        <p:spPr>
          <a:xfrm>
            <a:off x="5806440" y="4526279"/>
            <a:ext cx="2880360" cy="475488"/>
          </a:xfrm>
          <a:prstGeom prst="roundRect">
            <a:avLst/>
          </a:prstGeom>
          <a:solidFill>
            <a:srgbClr val="FFFFFF"/>
          </a:solidFill>
          <a:ln w="9525">
            <a:solidFill>
              <a:srgbClr val="888780"/>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a:solidFill>
                  <a:srgbClr val="000C3E"/>
                </a:solidFill>
              </a:rPr>
              <a:t>Planned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Acknowledgments</a:t>
            </a:r>
            <a:endParaRPr lang="en-US" sz="1800" b="1">
              <a:solidFill>
                <a:srgbClr val="00529B"/>
              </a:solidFill>
              <a:latin typeface="Rockwell"/>
            </a:endParaRPr>
          </a:p>
        </p:txBody>
      </p:sp>
      <p:sp>
        <p:nvSpPr>
          <p:cNvPr id="3" name="TextBox 2"/>
          <p:cNvSpPr txBox="1"/>
          <p:nvPr/>
        </p:nvSpPr>
        <p:spPr>
          <a:xfrm>
            <a:off x="594360" y="1796796"/>
            <a:ext cx="7955279" cy="2743200"/>
          </a:xfrm>
          <a:prstGeom prst="rect">
            <a:avLst/>
          </a:prstGeom>
          <a:noFill/>
        </p:spPr>
        <p:txBody>
          <a:bodyPr wrap="square">
            <a:spAutoFit/>
          </a:bodyPr>
          <a:lstStyle/>
          <a:p>
            <a:pPr algn="l">
              <a:spcAft>
                <a:spcPts val="1000"/>
              </a:spcAft>
            </a:pPr>
            <a:r>
              <a:rPr sz="1400" b="0">
                <a:solidFill>
                  <a:srgbClr val="000C3E"/>
                </a:solidFill>
              </a:rPr>
              <a:t>•  Dr. Ziwen Yu and Dr. Yiannis Ampatzidis, and the committee: Dr. Grunwald, Dr. Pavan, Dr. Boz, and Dr. Graim.</a:t>
            </a:r>
          </a:p>
          <a:p>
            <a:pPr algn="l">
              <a:spcAft>
                <a:spcPts val="1000"/>
              </a:spcAft>
            </a:pPr>
            <a:r>
              <a:rPr sz="1400" b="0">
                <a:solidFill>
                  <a:srgbClr val="000C3E"/>
                </a:solidFill>
              </a:rPr>
              <a:t>•  Soil data provided by Dr. Sabine Grunwald (Florida Soil Characterization Data), used with permission.</a:t>
            </a:r>
          </a:p>
          <a:p>
            <a:pPr algn="l">
              <a:spcAft>
                <a:spcPts val="1000"/>
              </a:spcAft>
            </a:pPr>
            <a:r>
              <a:rPr sz="1400" b="0">
                <a:solidFill>
                  <a:srgbClr val="000C3E"/>
                </a:solidFill>
              </a:rPr>
              <a:t>•  Supported by the University of Florida, IFAS, Agricultural and Biological Engineering Department, through the 2022 ABE Pathfinder Fellowship and the project “Enhancing the Trustworthiness of Partnerships in Digital Farming.”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965960"/>
            <a:ext cx="8229600" cy="914400"/>
          </a:xfrm>
          <a:prstGeom prst="rect">
            <a:avLst/>
          </a:prstGeom>
          <a:noFill/>
        </p:spPr>
        <p:txBody>
          <a:bodyPr/>
          <a:lstStyle/>
          <a:p>
            <a:pPr algn="ctr"/>
            <a:r>
              <a:rPr sz="3200" b="1">
                <a:solidFill>
                  <a:srgbClr val="00529B"/>
                </a:solidFill>
                <a:latin typeface="Rockwell"/>
              </a:rPr>
              <a:t>Thank you</a:t>
            </a:r>
            <a:endParaRPr lang="en-US" sz="3200" b="1" dirty="0">
              <a:solidFill>
                <a:srgbClr val="00529B"/>
              </a:solidFill>
              <a:latin typeface="Rockwell"/>
            </a:endParaRPr>
          </a:p>
        </p:txBody>
      </p:sp>
      <p:sp>
        <p:nvSpPr>
          <p:cNvPr id="3" name="TextBox 2"/>
          <p:cNvSpPr txBox="1"/>
          <p:nvPr/>
        </p:nvSpPr>
        <p:spPr>
          <a:xfrm>
            <a:off x="914400" y="2880360"/>
            <a:ext cx="7315200" cy="822960"/>
          </a:xfrm>
          <a:prstGeom prst="rect">
            <a:avLst/>
          </a:prstGeom>
          <a:noFill/>
        </p:spPr>
        <p:txBody>
          <a:bodyPr wrap="square" anchor="t">
            <a:spAutoFit/>
          </a:bodyPr>
          <a:lstStyle/>
          <a:p>
            <a:pPr algn="ctr">
              <a:spcAft>
                <a:spcPts val="600"/>
              </a:spcAft>
            </a:pPr>
            <a:r>
              <a:rPr sz="1500" b="1">
                <a:solidFill>
                  <a:srgbClr val="000C3E"/>
                </a:solidFill>
              </a:rPr>
              <a:t>Questions?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The two closest works</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The dissertation differs along two structural axes</a:t>
            </a:r>
          </a:p>
        </p:txBody>
      </p:sp>
      <p:sp>
        <p:nvSpPr>
          <p:cNvPr id="4" name="TextBox 3"/>
          <p:cNvSpPr txBox="1"/>
          <p:nvPr/>
        </p:nvSpPr>
        <p:spPr>
          <a:xfrm>
            <a:off x="640080" y="1965960"/>
            <a:ext cx="7955279" cy="1641475"/>
          </a:xfrm>
          <a:prstGeom prst="rect">
            <a:avLst/>
          </a:prstGeom>
          <a:noFill/>
        </p:spPr>
        <p:txBody>
          <a:bodyPr wrap="square">
            <a:spAutoFit/>
          </a:bodyPr>
          <a:lstStyle/>
          <a:p>
            <a:pPr algn="l">
              <a:spcAft>
                <a:spcPts val="1000"/>
              </a:spcAft>
            </a:pPr>
            <a:r>
              <a:rPr sz="1400" b="0">
                <a:solidFill>
                  <a:srgbClr val="000C3E"/>
                </a:solidFill>
              </a:rPr>
              <a:t>•  Decomposition: it separates verification </a:t>
            </a:r>
            <a:r>
              <a:rPr lang="en-US" sz="1400" b="0">
                <a:solidFill>
                  <a:srgbClr val="000C3E"/>
                </a:solidFill>
              </a:rPr>
              <a:t>and traceability </a:t>
            </a:r>
            <a:r>
              <a:rPr sz="1400" b="0">
                <a:solidFill>
                  <a:srgbClr val="000C3E"/>
                </a:solidFill>
              </a:rPr>
              <a:t>from transformation, where both closest works combine them into one.</a:t>
            </a:r>
          </a:p>
          <a:p>
            <a:pPr algn="l">
              <a:spcAft>
                <a:spcPts val="1000"/>
              </a:spcAft>
            </a:pPr>
            <a:r>
              <a:rPr sz="1400" b="0">
                <a:solidFill>
                  <a:srgbClr val="000C3E"/>
                </a:solidFill>
              </a:rPr>
              <a:t>•  Non-participation: a non-participating organization is left as a visible absence, where both works instead require every organization to join the network.</a:t>
            </a:r>
          </a:p>
          <a:p>
            <a:pPr algn="l">
              <a:spcAft>
                <a:spcPts val="1000"/>
              </a:spcAft>
            </a:pPr>
            <a:r>
              <a:rPr sz="1400" b="0">
                <a:solidFill>
                  <a:srgbClr val="555555"/>
                </a:solidFill>
              </a:rPr>
              <a:t>•  Domain and the deferred system-interoperability function are further differences, but matters of scope.</a:t>
            </a:r>
          </a:p>
        </p:txBody>
      </p:sp>
      <p:sp>
        <p:nvSpPr>
          <p:cNvPr id="5" name="TextBox 4"/>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2.6.3 · Marchioro et al. 2025; AgriTrust (Bergier 2025)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Why Hyperledger Fabric</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Within the permissioned category, the platform choice turns on how the record is made available</a:t>
            </a:r>
          </a:p>
        </p:txBody>
      </p:sp>
      <p:sp>
        <p:nvSpPr>
          <p:cNvPr id="4" name="TextBox 3"/>
          <p:cNvSpPr txBox="1"/>
          <p:nvPr/>
        </p:nvSpPr>
        <p:spPr>
          <a:xfrm>
            <a:off x="640080" y="1965960"/>
            <a:ext cx="7955279" cy="2743200"/>
          </a:xfrm>
          <a:prstGeom prst="rect">
            <a:avLst/>
          </a:prstGeom>
          <a:noFill/>
        </p:spPr>
        <p:txBody>
          <a:bodyPr wrap="square">
            <a:spAutoFit/>
          </a:bodyPr>
          <a:lstStyle/>
          <a:p>
            <a:pPr algn="l">
              <a:spcAft>
                <a:spcPts val="1000"/>
              </a:spcAft>
            </a:pPr>
            <a:r>
              <a:rPr sz="1400" b="0">
                <a:solidFill>
                  <a:srgbClr val="000C3E"/>
                </a:solidFill>
              </a:rPr>
              <a:t>•  Corda shares each transaction only with the organizations involved in it, so there is no single shared record every organization can read.</a:t>
            </a:r>
          </a:p>
          <a:p>
            <a:pPr algn="l">
              <a:spcAft>
                <a:spcPts val="1000"/>
              </a:spcAft>
            </a:pPr>
            <a:r>
              <a:rPr sz="1400" b="0">
                <a:solidFill>
                  <a:srgbClr val="000C3E"/>
                </a:solidFill>
              </a:rPr>
              <a:t>• Quorum and Besu attach an execution fee to every write, overhead a record-keeping workload does not need.</a:t>
            </a:r>
          </a:p>
          <a:p>
            <a:pPr algn="l">
              <a:spcAft>
                <a:spcPts val="1000"/>
              </a:spcAft>
            </a:pPr>
            <a:r>
              <a:rPr sz="1400" b="0">
                <a:solidFill>
                  <a:srgbClr val="000C3E"/>
                </a:solidFill>
              </a:rPr>
              <a:t>•  Fabric fits for three reasons the others do not combine: it replicates one ledger across a channel (a later data user can read a record written by organizations it never dealt with); it ties each write to the submitting organization through a certificate; and it runs general-purpose programs on the ledger, which the validation rules depend on.</a:t>
            </a:r>
          </a:p>
        </p:txBody>
      </p:sp>
      <p:sp>
        <p:nvSpPr>
          <p:cNvPr id="5" name="TextBox 4"/>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3.3.3 · Androulaki et al. 2018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Identifier collision</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A reused sample identifier is ambiguous; a content File ID is not</a:t>
            </a:r>
          </a:p>
        </p:txBody>
      </p:sp>
      <p:sp>
        <p:nvSpPr>
          <p:cNvPr id="4" name="TextBox 3"/>
          <p:cNvSpPr txBox="1"/>
          <p:nvPr/>
        </p:nvSpPr>
        <p:spPr>
          <a:xfrm>
            <a:off x="640080" y="1828800"/>
            <a:ext cx="7955279" cy="1800493"/>
          </a:xfrm>
          <a:prstGeom prst="rect">
            <a:avLst/>
          </a:prstGeom>
          <a:noFill/>
        </p:spPr>
        <p:txBody>
          <a:bodyPr wrap="square">
            <a:spAutoFit/>
          </a:bodyPr>
          <a:lstStyle/>
          <a:p>
            <a:pPr algn="l">
              <a:spcAft>
                <a:spcPts val="800"/>
              </a:spcAft>
            </a:pPr>
            <a:r>
              <a:rPr sz="1300" b="0">
                <a:solidFill>
                  <a:srgbClr val="000C3E"/>
                </a:solidFill>
              </a:rPr>
              <a:t>•  LAB_NUM 842 appears in two profiles, S05_024 and S05_025.</a:t>
            </a:r>
          </a:p>
          <a:p>
            <a:pPr algn="l">
              <a:spcAft>
                <a:spcPts val="800"/>
              </a:spcAft>
            </a:pPr>
            <a:r>
              <a:rPr sz="1300" b="0">
                <a:solidFill>
                  <a:srgbClr val="000C3E"/>
                </a:solidFill>
              </a:rPr>
              <a:t>• Identifier matching returns both, ambiguous. DEMETER traces by the content File ID named in the stock’s declaration and returns exactly one.</a:t>
            </a:r>
          </a:p>
          <a:p>
            <a:pPr algn="l">
              <a:spcAft>
                <a:spcPts val="800"/>
              </a:spcAft>
            </a:pPr>
            <a:r>
              <a:rPr sz="1300" b="0">
                <a:solidFill>
                  <a:srgbClr val="000C3E"/>
                </a:solidFill>
              </a:rPr>
              <a:t>•  Across the dataset, 2 of 8,153 laboratory identifiers are reused across profiles, and 273 horizons carry none.</a:t>
            </a:r>
          </a:p>
          <a:p>
            <a:pPr algn="l">
              <a:spcAft>
                <a:spcPts val="800"/>
              </a:spcAft>
            </a:pPr>
            <a:r>
              <a:rPr sz="1300" b="0">
                <a:solidFill>
                  <a:srgbClr val="000C3E"/>
                </a:solidFill>
              </a:rPr>
              <a:t>• The </a:t>
            </a:r>
            <a:r>
              <a:rPr lang="en-US" sz="1300" b="0">
                <a:solidFill>
                  <a:srgbClr val="000C3E"/>
                </a:solidFill>
              </a:rPr>
              <a:t>verification</a:t>
            </a:r>
            <a:r>
              <a:rPr sz="1300" b="0">
                <a:solidFill>
                  <a:srgbClr val="000C3E"/>
                </a:solidFill>
              </a:rPr>
              <a:t> demo’s own seed pedon is S05_024, LAB_NUM 842. The demonstration runs on this exact collision case.</a:t>
            </a:r>
          </a:p>
        </p:txBody>
      </p:sp>
      <p:sp>
        <p:nvSpPr>
          <p:cNvPr id="5" name="TextBox 4"/>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5.2.2, § 5.3 · Tables 5-1, D-3, D-4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Threat model</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What is stopped, and what is made attributable</a:t>
            </a:r>
          </a:p>
        </p:txBody>
      </p:sp>
      <p:sp>
        <p:nvSpPr>
          <p:cNvPr id="4" name="Rounded Rectangle 3"/>
          <p:cNvSpPr/>
          <p:nvPr/>
        </p:nvSpPr>
        <p:spPr>
          <a:xfrm>
            <a:off x="457200" y="1783080"/>
            <a:ext cx="8229600" cy="960120"/>
          </a:xfrm>
          <a:prstGeom prst="roundRect">
            <a:avLst/>
          </a:prstGeom>
          <a:solidFill>
            <a:srgbClr val="6C9AC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000C3E"/>
                </a:solidFill>
              </a:rPr>
              <a:t>Stopped automatically</a:t>
            </a:r>
          </a:p>
          <a:p>
            <a:pPr algn="ctr"/>
            <a:r>
              <a:rPr sz="1050" b="0">
                <a:solidFill>
                  <a:srgbClr val="000C3E"/>
                </a:solidFill>
              </a:rPr>
              <a:t>1 tampering after registration, recomputed File ID no longer matches</a:t>
            </a:r>
          </a:p>
          <a:p>
            <a:pPr algn="ctr"/>
            <a:r>
              <a:rPr sz="1050" b="0">
                <a:solidFill>
                  <a:srgbClr val="000C3E"/>
                </a:solidFill>
              </a:rPr>
              <a:t>2 re-registering the same file, one registration per File ID</a:t>
            </a:r>
          </a:p>
        </p:txBody>
      </p:sp>
      <p:sp>
        <p:nvSpPr>
          <p:cNvPr id="5" name="Rounded Rectangle 4"/>
          <p:cNvSpPr/>
          <p:nvPr/>
        </p:nvSpPr>
        <p:spPr>
          <a:xfrm>
            <a:off x="457200" y="2880360"/>
            <a:ext cx="8229600" cy="1234440"/>
          </a:xfrm>
          <a:prstGeom prst="roundRect">
            <a:avLst/>
          </a:prstGeom>
          <a:solidFill>
            <a:srgbClr val="E6EEF5"/>
          </a:solidFill>
          <a:ln w="15875">
            <a:solidFill>
              <a:srgbClr val="E17F35"/>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a:solidFill>
                  <a:srgbClr val="C8102E"/>
                </a:solidFill>
              </a:rPr>
              <a:t>Not blocked, but attributable</a:t>
            </a:r>
          </a:p>
          <a:p>
            <a:pPr algn="ctr"/>
            <a:r>
              <a:rPr sz="1050" b="0">
                <a:solidFill>
                  <a:srgbClr val="000C3E"/>
                </a:solidFill>
              </a:rPr>
              <a:t>3  registering an altered file under a new identifier</a:t>
            </a:r>
          </a:p>
          <a:p>
            <a:pPr algn="ctr"/>
            <a:r>
              <a:rPr sz="1050" b="0">
                <a:solidFill>
                  <a:srgbClr val="000C3E"/>
                </a:solidFill>
              </a:rPr>
              <a:t>4  declaring a false derivation     5  choosing not to record (non-participation)</a:t>
            </a:r>
          </a:p>
          <a:p>
            <a:pPr algn="ctr"/>
            <a:r>
              <a:rPr sz="1050" b="1">
                <a:solidFill>
                  <a:srgbClr val="000C3E"/>
                </a:solidFill>
              </a:rPr>
              <a:t>→ whatever is recorded is stamped with certificate identity + timestamp; absence is visible</a:t>
            </a:r>
          </a:p>
        </p:txBody>
      </p:sp>
      <p:sp>
        <p:nvSpPr>
          <p:cNvPr id="6" name="Rounded Rectangle 5"/>
          <p:cNvSpPr/>
          <p:nvPr/>
        </p:nvSpPr>
        <p:spPr>
          <a:xfrm>
            <a:off x="457200" y="4251960"/>
            <a:ext cx="8229600" cy="548640"/>
          </a:xfrm>
          <a:prstGeom prst="roundRect">
            <a:avLst/>
          </a:prstGeom>
          <a:solidFill>
            <a:srgbClr val="000C3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a:solidFill>
                  <a:srgbClr val="FFFFFF"/>
                </a:solidFill>
              </a:rPr>
              <a:t>The guarantee: no single organization can alter a committed record, every record is attributable, and absence is visible. Tolerating malicious ordering is left to future work.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a:t>
            </a:r>
            <a:r>
              <a:rPr lang="en-US" sz="1800" b="1">
                <a:solidFill>
                  <a:srgbClr val="00529B"/>
                </a:solidFill>
                <a:latin typeface="Rockwell"/>
              </a:rPr>
              <a:t>Contract</a:t>
            </a:r>
            <a:r>
              <a:rPr sz="1800" b="1">
                <a:solidFill>
                  <a:srgbClr val="00529B"/>
                </a:solidFill>
                <a:latin typeface="Rockwell"/>
              </a:rPr>
              <a:t> operations</a:t>
            </a:r>
            <a:endParaRPr lang="en-US" sz="1800" b="1">
              <a:solidFill>
                <a:srgbClr val="00529B"/>
              </a:solidFill>
              <a:latin typeface="Rockwell"/>
            </a:endParaRPr>
          </a:p>
        </p:txBody>
      </p:sp>
      <p:sp>
        <p:nvSpPr>
          <p:cNvPr id="3" name="TextBox 2"/>
          <p:cNvSpPr txBox="1"/>
          <p:nvPr/>
        </p:nvSpPr>
        <p:spPr>
          <a:xfrm>
            <a:off x="640080" y="1828800"/>
            <a:ext cx="7955279" cy="2743200"/>
          </a:xfrm>
          <a:prstGeom prst="rect">
            <a:avLst/>
          </a:prstGeom>
          <a:noFill/>
        </p:spPr>
        <p:txBody>
          <a:bodyPr wrap="square">
            <a:spAutoFit/>
          </a:bodyPr>
          <a:lstStyle/>
          <a:p>
            <a:pPr algn="l">
              <a:spcAft>
                <a:spcPts val="800"/>
              </a:spcAft>
            </a:pPr>
            <a:r>
              <a:rPr sz="1300" b="0">
                <a:solidFill>
                  <a:srgbClr val="000C3E"/>
                </a:solidFill>
              </a:rPr>
              <a:t>•  Registration: register a file’s File ID under the originator’s certificate.</a:t>
            </a:r>
          </a:p>
          <a:p>
            <a:pPr algn="l">
              <a:spcAft>
                <a:spcPts val="800"/>
              </a:spcAft>
            </a:pPr>
            <a:r>
              <a:rPr sz="1300" b="0">
                <a:solidFill>
                  <a:srgbClr val="000C3E"/>
                </a:solidFill>
              </a:rPr>
              <a:t>•  Transfer: record a hand-off naming the transferring organization, receiver, and predecessor.</a:t>
            </a:r>
          </a:p>
          <a:p>
            <a:pPr algn="l">
              <a:spcAft>
                <a:spcPts val="800"/>
              </a:spcAft>
            </a:pPr>
            <a:r>
              <a:rPr sz="1300" b="0">
                <a:solidFill>
                  <a:srgbClr val="000C3E"/>
                </a:solidFill>
              </a:rPr>
              <a:t>•  Origin verification: confirm a File ID matches a registration.</a:t>
            </a:r>
          </a:p>
          <a:p>
            <a:pPr algn="l">
              <a:spcAft>
                <a:spcPts val="800"/>
              </a:spcAft>
            </a:pPr>
            <a:r>
              <a:rPr sz="1300" b="0">
                <a:solidFill>
                  <a:srgbClr val="000C3E"/>
                </a:solidFill>
              </a:rPr>
              <a:t>•  Transfer tracing: follow predecessor references back to the registration root.</a:t>
            </a:r>
          </a:p>
          <a:p>
            <a:pPr algn="l">
              <a:spcAft>
                <a:spcPts val="800"/>
              </a:spcAft>
            </a:pPr>
            <a:r>
              <a:rPr sz="1300" b="0">
                <a:solidFill>
                  <a:srgbClr val="000C3E"/>
                </a:solidFill>
              </a:rPr>
              <a:t>•  Declaration: link an output File ID to its input File IDs.</a:t>
            </a:r>
          </a:p>
          <a:p>
            <a:pPr algn="l">
              <a:spcAft>
                <a:spcPts val="800"/>
              </a:spcAft>
            </a:pPr>
            <a:r>
              <a:rPr sz="1300" b="0">
                <a:solidFill>
                  <a:srgbClr val="000C3E"/>
                </a:solidFill>
              </a:rPr>
              <a:t>•  Transformation tracing: resolve a declared derivation back to registered originals.</a:t>
            </a:r>
          </a:p>
        </p:txBody>
      </p:sp>
      <p:sp>
        <p:nvSpPr>
          <p:cNvPr id="4" name="TextBox 3"/>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Appendix B</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Soil carbon stock</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The demonstration follows the units the dataset records; it does not re-derive the magnitude</a:t>
            </a:r>
          </a:p>
        </p:txBody>
      </p:sp>
      <p:sp>
        <p:nvSpPr>
          <p:cNvPr id="4" name="TextBox 3"/>
          <p:cNvSpPr txBox="1"/>
          <p:nvPr/>
        </p:nvSpPr>
        <p:spPr>
          <a:xfrm>
            <a:off x="548640" y="1920240"/>
            <a:ext cx="8046720" cy="548640"/>
          </a:xfrm>
          <a:prstGeom prst="rect">
            <a:avLst/>
          </a:prstGeom>
          <a:noFill/>
        </p:spPr>
        <p:txBody>
          <a:bodyPr wrap="square" anchor="t">
            <a:spAutoFit/>
          </a:bodyPr>
          <a:lstStyle/>
          <a:p>
            <a:pPr algn="ctr">
              <a:spcAft>
                <a:spcPts val="600"/>
              </a:spcAft>
            </a:pPr>
            <a:r>
              <a:rPr sz="1400" b="1">
                <a:solidFill>
                  <a:srgbClr val="000C3E"/>
                </a:solidFill>
              </a:rPr>
              <a:t>SOC (Mg C/ha) = (C% / 100) × bulk density × |bottom depth − top depth| × 100</a:t>
            </a:r>
          </a:p>
        </p:txBody>
      </p:sp>
      <p:sp>
        <p:nvSpPr>
          <p:cNvPr id="5" name="TextBox 4"/>
          <p:cNvSpPr txBox="1"/>
          <p:nvPr/>
        </p:nvSpPr>
        <p:spPr>
          <a:xfrm>
            <a:off x="640080" y="2743200"/>
            <a:ext cx="7955279" cy="2743200"/>
          </a:xfrm>
          <a:prstGeom prst="rect">
            <a:avLst/>
          </a:prstGeom>
          <a:noFill/>
        </p:spPr>
        <p:txBody>
          <a:bodyPr wrap="square">
            <a:spAutoFit/>
          </a:bodyPr>
          <a:lstStyle/>
          <a:p>
            <a:pPr algn="l">
              <a:spcAft>
                <a:spcPts val="1000"/>
              </a:spcAft>
            </a:pPr>
            <a:r>
              <a:rPr sz="1200" b="0">
                <a:solidFill>
                  <a:srgbClr val="000C3E"/>
                </a:solidFill>
              </a:rPr>
              <a:t>•  For the followed horizon, the recorded inputs give a stock of about 9.86 Mg C/ha.</a:t>
            </a:r>
          </a:p>
          <a:p>
            <a:pPr algn="l">
              <a:spcAft>
                <a:spcPts val="1000"/>
              </a:spcAft>
            </a:pPr>
            <a:r>
              <a:rPr sz="1200" b="0">
                <a:solidFill>
                  <a:srgbClr val="000C3E"/>
                </a:solidFill>
              </a:rPr>
              <a:t>•  Split and modification do not change the stock; what they add is a traceable stock, not a different one.</a:t>
            </a:r>
          </a:p>
          <a:p>
            <a:pPr algn="l">
              <a:spcAft>
                <a:spcPts val="1000"/>
              </a:spcAft>
            </a:pPr>
            <a:r>
              <a:rPr sz="1200" b="0">
                <a:solidFill>
                  <a:srgbClr val="000C3E"/>
                </a:solidFill>
              </a:rPr>
              <a:t>•  The field-survey / laboratory partition follows columns that genuinely exist in the data; the NRCS / UF organizational roles are a demonstration modeling assignment grounded in the FSCD metadata.</a:t>
            </a:r>
          </a:p>
        </p:txBody>
      </p:sp>
      <p:sp>
        <p:nvSpPr>
          <p:cNvPr id="6" name="TextBox 5"/>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5.2.1 · Batjes 1996 · Appendix D</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4320" y="603504"/>
            <a:ext cx="8595360" cy="457200"/>
          </a:xfrm>
          <a:prstGeom prst="rect">
            <a:avLst/>
          </a:prstGeom>
          <a:noFill/>
        </p:spPr>
        <p:txBody>
          <a:bodyPr/>
          <a:lstStyle/>
          <a:p>
            <a:r>
              <a:rPr sz="1800" b="1">
                <a:solidFill>
                  <a:srgbClr val="00529B"/>
                </a:solidFill>
                <a:latin typeface="Rockwell"/>
              </a:rPr>
              <a:t>Backup · Literature selection</a:t>
            </a:r>
            <a:endParaRPr lang="en-US" sz="1800" b="1">
              <a:solidFill>
                <a:srgbClr val="00529B"/>
              </a:solidFill>
              <a:latin typeface="Rockwell"/>
            </a:endParaRPr>
          </a:p>
        </p:txBody>
      </p:sp>
      <p:sp>
        <p:nvSpPr>
          <p:cNvPr id="3" name="TextBox 2"/>
          <p:cNvSpPr txBox="1"/>
          <p:nvPr/>
        </p:nvSpPr>
        <p:spPr>
          <a:xfrm>
            <a:off x="384048" y="1078992"/>
            <a:ext cx="8321040" cy="777240"/>
          </a:xfrm>
          <a:prstGeom prst="rect">
            <a:avLst/>
          </a:prstGeom>
          <a:noFill/>
        </p:spPr>
        <p:txBody>
          <a:bodyPr wrap="square" anchor="t">
            <a:spAutoFit/>
          </a:bodyPr>
          <a:lstStyle/>
          <a:p>
            <a:pPr algn="l">
              <a:spcAft>
                <a:spcPts val="600"/>
              </a:spcAft>
            </a:pPr>
            <a:r>
              <a:rPr sz="1500" b="1">
                <a:solidFill>
                  <a:srgbClr val="000C3E"/>
                </a:solidFill>
              </a:rPr>
              <a:t>A scoping review organized the field into three function classes</a:t>
            </a:r>
          </a:p>
        </p:txBody>
      </p:sp>
      <p:sp>
        <p:nvSpPr>
          <p:cNvPr id="4" name="TextBox 3"/>
          <p:cNvSpPr txBox="1"/>
          <p:nvPr/>
        </p:nvSpPr>
        <p:spPr>
          <a:xfrm>
            <a:off x="457200" y="2103120"/>
            <a:ext cx="4846320" cy="1549142"/>
          </a:xfrm>
          <a:prstGeom prst="rect">
            <a:avLst/>
          </a:prstGeom>
          <a:noFill/>
        </p:spPr>
        <p:txBody>
          <a:bodyPr wrap="square">
            <a:spAutoFit/>
          </a:bodyPr>
          <a:lstStyle/>
          <a:p>
            <a:pPr algn="l">
              <a:spcAft>
                <a:spcPts val="1000"/>
              </a:spcAft>
            </a:pPr>
            <a:r>
              <a:rPr sz="1300" b="0">
                <a:solidFill>
                  <a:srgbClr val="000C3E"/>
                </a:solidFill>
              </a:rPr>
              <a:t>•  113 agricultural blockchain articles retained after PRISMA-ScR screening.</a:t>
            </a:r>
          </a:p>
          <a:p>
            <a:pPr algn="l">
              <a:spcAft>
                <a:spcPts val="1000"/>
              </a:spcAft>
            </a:pPr>
            <a:r>
              <a:rPr sz="1300" b="0">
                <a:solidFill>
                  <a:srgbClr val="000C3E"/>
                </a:solidFill>
              </a:rPr>
              <a:t>•  Three function classes: data verification, transformation integrity, system interoperability.</a:t>
            </a:r>
          </a:p>
          <a:p>
            <a:pPr algn="l">
              <a:spcAft>
                <a:spcPts val="1000"/>
              </a:spcAft>
            </a:pPr>
            <a:r>
              <a:rPr sz="1300" b="0">
                <a:solidFill>
                  <a:srgbClr val="000C3E"/>
                </a:solidFill>
              </a:rPr>
              <a:t>•  The first two are rarely built </a:t>
            </a:r>
            <a:r>
              <a:rPr lang="en-US" sz="1300" b="0">
                <a:solidFill>
                  <a:srgbClr val="000C3E"/>
                </a:solidFill>
              </a:rPr>
              <a:t>so </a:t>
            </a:r>
            <a:r>
              <a:rPr sz="1300" b="0">
                <a:solidFill>
                  <a:srgbClr val="000C3E"/>
                </a:solidFill>
              </a:rPr>
              <a:t>an outside data user can </a:t>
            </a:r>
            <a:r>
              <a:rPr lang="en-US" sz="1300" b="0">
                <a:solidFill>
                  <a:srgbClr val="000C3E"/>
                </a:solidFill>
              </a:rPr>
              <a:t>verify and trace them</a:t>
            </a:r>
            <a:r>
              <a:rPr sz="1300" b="0">
                <a:solidFill>
                  <a:srgbClr val="000C3E"/>
                </a:solidFill>
              </a:rPr>
              <a:t>.</a:t>
            </a:r>
          </a:p>
        </p:txBody>
      </p:sp>
      <p:pic>
        <p:nvPicPr>
          <p:cNvPr id="5" name="Picture 4" descr="fig2_1.png"/>
          <p:cNvPicPr>
            <a:picLocks noChangeAspect="1"/>
          </p:cNvPicPr>
          <p:nvPr/>
        </p:nvPicPr>
        <p:blipFill>
          <a:blip r:embed="rId3"/>
          <a:stretch>
            <a:fillRect/>
          </a:stretch>
        </p:blipFill>
        <p:spPr>
          <a:xfrm>
            <a:off x="5669280" y="1600200"/>
            <a:ext cx="2745027" cy="3108960"/>
          </a:xfrm>
          <a:prstGeom prst="rect">
            <a:avLst/>
          </a:prstGeom>
          <a:ln w="6350">
            <a:solidFill>
              <a:srgbClr val="DDDDDD"/>
            </a:solidFill>
          </a:ln>
        </p:spPr>
      </p:pic>
      <p:sp>
        <p:nvSpPr>
          <p:cNvPr id="6" name="TextBox 5"/>
          <p:cNvSpPr txBox="1"/>
          <p:nvPr/>
        </p:nvSpPr>
        <p:spPr>
          <a:xfrm>
            <a:off x="274320" y="4617720"/>
            <a:ext cx="8595360" cy="457200"/>
          </a:xfrm>
          <a:prstGeom prst="rect">
            <a:avLst/>
          </a:prstGeom>
          <a:noFill/>
        </p:spPr>
        <p:txBody>
          <a:bodyPr wrap="square" anchor="t">
            <a:spAutoFit/>
          </a:bodyPr>
          <a:lstStyle/>
          <a:p>
            <a:pPr algn="l">
              <a:spcAft>
                <a:spcPts val="200"/>
              </a:spcAft>
            </a:pPr>
            <a:r>
              <a:rPr sz="900" b="0">
                <a:solidFill>
                  <a:srgbClr val="555555"/>
                </a:solidFill>
              </a:rPr>
              <a:t>§ 2.2 · Fig 2-1, Table 2-1</a:t>
            </a:r>
          </a:p>
        </p:txBody>
      </p:sp>
    </p:spTree>
  </p:cSld>
  <p:clrMapOvr>
    <a:masterClrMapping/>
  </p:clrMapOvr>
</p:sld>
</file>

<file path=ppt/theme/theme1.xml><?xml version="1.0" encoding="utf-8"?>
<a:theme xmlns:a="http://schemas.openxmlformats.org/drawingml/2006/main" name="PNE Theme Slide Deck">
  <a:themeElements>
    <a:clrScheme name="Custom 7">
      <a:dk1>
        <a:sysClr val="windowText" lastClr="000000"/>
      </a:dk1>
      <a:lt1>
        <a:sysClr val="window" lastClr="FFFFFF"/>
      </a:lt1>
      <a:dk2>
        <a:srgbClr val="000C3E"/>
      </a:dk2>
      <a:lt2>
        <a:srgbClr val="6C9AC3"/>
      </a:lt2>
      <a:accent1>
        <a:srgbClr val="00529B"/>
      </a:accent1>
      <a:accent2>
        <a:srgbClr val="00529B"/>
      </a:accent2>
      <a:accent3>
        <a:srgbClr val="E17F35"/>
      </a:accent3>
      <a:accent4>
        <a:srgbClr val="FF462C"/>
      </a:accent4>
      <a:accent5>
        <a:srgbClr val="FF462C"/>
      </a:accent5>
      <a:accent6>
        <a:srgbClr val="6C9AC3"/>
      </a:accent6>
      <a:hlink>
        <a:srgbClr val="FF462C"/>
      </a:hlink>
      <a:folHlink>
        <a:srgbClr val="FF7F35"/>
      </a:folHlink>
    </a:clrScheme>
    <a:fontScheme name="Advantage">
      <a:majorFont>
        <a:latin typeface="Rockwell"/>
        <a:ea typeface=""/>
        <a:cs typeface=""/>
        <a:font script="Jpan" typeface="ＭＳ ゴシック"/>
        <a:font script="Hans" typeface="宋体"/>
        <a:font script="Hant" typeface="新細明體"/>
      </a:majorFont>
      <a:minorFont>
        <a:latin typeface="Rockwell"/>
        <a:ea typeface=""/>
        <a:cs typeface=""/>
        <a:font script="Jpan" typeface="ＭＳ ゴシック"/>
        <a:font script="Hans" typeface="宋体"/>
        <a:font script="Hant" typeface="新細明體"/>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EA68755DC4A4D4195ABE257DCE9ADE0" ma:contentTypeVersion="4" ma:contentTypeDescription="Create a new document." ma:contentTypeScope="" ma:versionID="222096759271689aaaf05652a65a2d65">
  <xsd:schema xmlns:xsd="http://www.w3.org/2001/XMLSchema" xmlns:xs="http://www.w3.org/2001/XMLSchema" xmlns:p="http://schemas.microsoft.com/office/2006/metadata/properties" xmlns:ns3="7f622c01-5f30-4a9a-9f34-2da5d04dd97f" targetNamespace="http://schemas.microsoft.com/office/2006/metadata/properties" ma:root="true" ma:fieldsID="0a65c7ee79059d08b2e6add97d4c4e43" ns3:_="">
    <xsd:import namespace="7f622c01-5f30-4a9a-9f34-2da5d04dd97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622c01-5f30-4a9a-9f34-2da5d04dd9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851130F-0727-4010-8FFA-93CCB92D8BA6}">
  <ds:schemaRefs>
    <ds:schemaRef ds:uri="http://schemas.microsoft.com/sharepoint/v3/contenttype/forms"/>
  </ds:schemaRefs>
</ds:datastoreItem>
</file>

<file path=customXml/itemProps2.xml><?xml version="1.0" encoding="utf-8"?>
<ds:datastoreItem xmlns:ds="http://schemas.openxmlformats.org/officeDocument/2006/customXml" ds:itemID="{AF6A37E4-9EE5-41B0-B576-BD7A013A842E}">
  <ds:schemaRefs>
    <ds:schemaRef ds:uri="7f622c01-5f30-4a9a-9f34-2da5d04dd9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2BD50A1-9193-40B9-BF2B-E22B8A552F41}">
  <ds:schemaRefs>
    <ds:schemaRef ds:uri="7f622c01-5f30-4a9a-9f34-2da5d04dd97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7716</Words>
  <Application>Microsoft Office PowerPoint</Application>
  <PresentationFormat>On-screen Show (16:9)</PresentationFormat>
  <Paragraphs>394</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Cambria</vt:lpstr>
      <vt:lpstr>Rockwell</vt:lpstr>
      <vt:lpstr>Wingdings</vt:lpstr>
      <vt:lpstr>PNE Theme Slide Deck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STUDY FOR INTERACTION OF A REACTIVE STEP AND THE DETONATION PROPAGATING THROUGH THE LAYER OF REACTANTS BOUNDED BY AN INERT GAS WITH VARIOUS ACOUSTIC IMPEDANCES</dc:title>
  <dc:creator>Wu,Songzi</dc:creator>
  <cp:lastModifiedBy>Younghoo Henry Cho</cp:lastModifiedBy>
  <cp:revision>6</cp:revision>
  <dcterms:created xsi:type="dcterms:W3CDTF">2020-07-05T04:26:11Z</dcterms:created>
  <dcterms:modified xsi:type="dcterms:W3CDTF">2026-07-01T09:50:24Z</dcterms:modified>
</cp:coreProperties>
</file>